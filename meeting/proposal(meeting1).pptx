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59" autoAdjust="0"/>
    <p:restoredTop sz="94061" autoAdjust="0"/>
  </p:normalViewPr>
  <p:slideViewPr>
    <p:cSldViewPr snapToGrid="0">
      <p:cViewPr>
        <p:scale>
          <a:sx n="70" d="100"/>
          <a:sy n="70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2:51:49.808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46:31.199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0 24575,'0'2'0,"1"-1"0,0 1 0,0-1 0,-1 1 0,1-1 0,0 0 0,0 0 0,1 1 0,-1-1 0,0 0 0,0 0 0,0 0 0,1 0 0,-1-1 0,0 1 0,1 0 0,-1 0 0,1-1 0,-1 1 0,1-1 0,-1 1 0,1-1 0,1 1 0,9 3 0,327 172 0,116 26 0,-395-174 0,-18-9 0,0 1 0,41 28 0,-5 8 0,68 44 0,-127-89 0,1-1 0,1-1 0,-1 0 0,2-2 0,39 9 0,-2-1 0,0 2 0,-1 3 0,94 47 0,-97-41 0,1-2 0,0-3 0,101 25 0,-52-22 0,169 65 0,-87-25 0,131 29 0,54 17 0,166 80 0,-475-162-1365,-37-16-5461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2:55:33.569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53 494 24575,'0'1029'0,"1"-1008"0,1 0 0,1 0 0,1-1 0,1 1 0,1-1 0,1 0 0,0-1 0,20 37 0,11 9 0,51 67 0,-73-110 0,281 343 0,-282-351 0,1-1 0,0-1 0,1 0 0,0-1 0,1-1 0,37 15 0,-26-11 0,574 228 0,-493-202 0,-43-15 0,0-3 0,2-3 0,0-3 0,94 10 0,562-19 0,-498-11 0,-203 3 0,1-1 0,-1-1 0,0-1 0,0-1 0,0-1 0,-1-2 0,0 0 0,29-15 0,-23 8 0,0-2 0,-1-2 0,-1 0 0,-1-2 0,36-36 0,-22 14 0,-2-2 0,-3-2 0,-1-1 0,-3-2 0,-1-1 0,36-88 0,14-113 0,-62 188 0,-3 1 0,-2-1 0,-4 0 0,3-81 0,-13-197 0,-3 161 0,4 149 0,-1 0 0,-2 0 0,-2 1 0,0-1 0,-2 1 0,-2 0 0,0 1 0,-2 0 0,-20-38 0,4 16 0,-1 1 0,-63-82 0,80 118 0,-1 1 0,-1 1 0,0 1 0,-1-1 0,0 2 0,-1 0 0,0 1 0,-1 0 0,0 1 0,0 1 0,-1 1 0,0 0 0,-20-4 0,-236-74 0,187 55 0,-2 3 0,-140-24 0,-136 19 0,-40-5 0,259 21 0,-240 7 0,363 9 0,-23 2 0,1 2 0,0 2 0,0 1 0,-62 20 0,-162 70 0,258-93 0,-259 123 0,247-115 0,2 1 0,0 1 0,0 1 0,2 0 0,-27 29 0,-71 98 0,73-85 0,28-38-91,2 0 0,1 1 0,0 0 0,2 1 0,0 0 0,1 1 0,1 0 0,2 0 0,0 1 0,1 0 0,1 0 0,1 0 0,1 0 0,2 35 0,1-4-6735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3:04:52.255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618 1 24575,'4'5'0,"-1"1"0,1 0 0,-1 0 0,0 0 0,-1 0 0,1 0 0,-1 1 0,-1-1 0,1 1 0,-1-1 0,0 1 0,0-1 0,-1 1 0,0 8 0,1 5 0,5 114 0,-6 0 0,-6 0 0,-6 0 0,-31 145 0,-177 759 0,174-834 0,-60 407 0,60-317 0,-10 169 0,15-98 0,34-317 0,-26 178 0,-6 322 0,42-33-1365,-3-481-5461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3:04:53.543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0 24575,'3'1'0,"0"-1"0,1 1 0,-1 0 0,0 0 0,0 0 0,0 1 0,0-1 0,0 1 0,0-1 0,0 1 0,-1 0 0,1 0 0,-1 0 0,1 1 0,-1-1 0,0 1 0,0-1 0,3 5 0,32 56 0,-34-56 0,12 24 0,-2 1 0,-1 0 0,-2 1 0,11 59 0,-18-79 0,-1 2 0,1 0 0,1 0 0,7 19 0,-10-31 0,0-1 0,0 0 0,0 0 0,0 0 0,0 0 0,0 0 0,1 0 0,-1 0 0,0 0 0,1 0 0,0-1 0,-1 1 0,1 0 0,0-1 0,0 0 0,0 1 0,0-1 0,0 0 0,0 0 0,0 0 0,1 0 0,-1 0 0,0-1 0,1 1 0,-1-1 0,0 0 0,1 1 0,2-1 0,8-3 0,0 1 0,-1-2 0,1 0 0,-1 0 0,0-1 0,0-1 0,-1 0 0,20-13 0,85-70 0,-100 76 0,265-240-1365,-239 208-5461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3:05:01.434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337 1 24575,'-8'-1'0,"1"1"0,-1 1 0,1-1 0,-1 1 0,1 0 0,0 1 0,-1 0 0,1 0 0,0 1 0,0 0 0,1 0 0,-1 0 0,0 1 0,1 0 0,0 0 0,0 1 0,0 0 0,1 0 0,0 0 0,0 1 0,0-1 0,0 1 0,1 0 0,0 1 0,0-1 0,-4 11 0,-106 226 0,103-211 0,1 0 0,1 0 0,2 0 0,2 1 0,0 0 0,1 37 0,4-49 0,-1-7 0,1-1 0,0 1 0,3 17 0,-2-28 0,0 0 0,-1 0 0,1 0 0,0 0 0,0 0 0,1 0 0,-1 0 0,1 0 0,-1 0 0,1 0 0,0-1 0,0 1 0,0-1 0,1 1 0,-1-1 0,0 0 0,1 0 0,5 4 0,0-3 0,1 1 0,-1-1 0,1-1 0,0 0 0,0 0 0,0 0 0,0-1 0,0 0 0,18-2 0,8-2 0,42-8 0,-63 8 0,78-13-341,-1-4 0,-1-4-1,96-40 1,-133 39-6485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3:05:02.095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43 6 24575,'1'-1'0,"-1"1"0,1 0 0,-1-1 0,1 1 0,-1-1 0,1 1 0,-1 0 0,1-1 0,-1 1 0,1 0 0,-1 0 0,1 0 0,-1-1 0,1 1 0,-1 0 0,1 0 0,0 0 0,-1 0 0,1 0 0,-1 0 0,1 0 0,-1 0 0,1 0 0,0 0 0,-1 0 0,1 0 0,-1 0 0,1 1 0,-1-1 0,1 0 0,0 0 0,-1 1 0,1-1 0,-1 0 0,0 1 0,1-1 0,-1 0 0,1 1 0,-1-1 0,1 1 0,-1-1 0,0 1 0,1-1 0,-1 1 0,0-1 0,0 1 0,1-1 0,-1 1 0,0-1 0,0 1 0,0 0 0,0-1 0,0 1 0,1-1 0,-1 1 0,0-1 0,-1 2 0,9 43 0,-7-40 0,7 91 0,-5 0 0,-12 134 0,-45 191 0,43-342-682,-2 132-1,13-173-6143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3:05:02.756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0 24575,'7'0'0,"2"7"0,-1 9 0,-1 9 0,-2 21 0,-2 10 0,-1 2 0,-1 5 0,-1-1 0,-1-4 0,1-5 0,0-11-8191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3:05:03.10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24575,'7'0'0,"10"0"0,1 7 0,-2 2-8191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3:05:04.014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403 0 24575,'-123'102'0,"90"-78"0,1 2 0,2 1 0,-48 54 0,55-52 0,-28 49 0,46-70 0,1-1 0,0 1 0,0 0 0,1 0 0,0 0 0,1 0 0,-1 1 0,2-1 0,-1 1 0,1-1 0,0 1 0,1 13 0,1-20 0,-1 0 0,0 0 0,1 0 0,0 0 0,-1 0 0,1 0 0,0 0 0,0-1 0,0 1 0,0 0 0,0 0 0,0-1 0,1 1 0,-1-1 0,1 1 0,-1-1 0,1 1 0,-1-1 0,1 0 0,0 0 0,3 2 0,-1-1 0,1-1 0,-1 0 0,0 0 0,1 0 0,-1-1 0,1 1 0,-1-1 0,1 0 0,7-1 0,8-2 0,0-2 0,0 0 0,27-11 0,-43 15 0,34-15-210,0-2 0,39-26-1,-59 34-523,18-11-6092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3:05:04.597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225 1 24575,'0'96'0,"2"45"0,-6 0 0,-26 163 0,-88 148 0,88-354 0,-4 67-1365,24-131-5461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23:05:05.62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44 1 24575,'3'1'0,"-5"11"0,-10 27 0,4-15 0,1 3 0,1 1 0,2-1 0,0 1 0,1 32 0,3-49 0,0-1 0,1 1 0,0-1 0,0 0 0,1 1 0,1-1 0,0 0 0,0 0 0,1 0 0,1-1 0,-1 1 0,1-1 0,1 0 0,7 9 0,188 187 0,-163-164-1365,-4-4-5461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04:08.17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328 700 24575,'-7'2'0,"1"1"0,-1-1 0,0 2 0,1-1 0,0 1 0,-1 0 0,1 0 0,1 1 0,-1 0 0,1 0 0,-8 9 0,3-4 0,-9 9 0,1 0 0,0 2 0,2 0 0,0 1 0,1 0 0,2 1 0,0 1 0,2 0 0,0 1 0,2 0 0,0 1 0,-6 37 0,-3 13 0,7-34 0,2 1 0,-6 83 0,14-111 0,4 313 0,-1-305 0,1 1 0,2-1 0,0 0 0,2 0 0,0 0 0,22 42 0,-23-52 0,1-1 0,1 0 0,0 0 0,0-1 0,2 0 0,-1-1 0,1 0 0,1 0 0,-1-1 0,2 0 0,-1-1 0,25 13 0,11 2 0,-23-11 0,0 0 0,1-2 0,0 0 0,42 9 0,16 1 0,0 4 0,-2 4 0,82 39 0,-120-49 0,11 0 0,1-2 0,0-2 0,2-2 0,71 4 0,-63-8 0,162 5 0,-149-12 0,91 14 0,-51 0 0,121-1 0,122-15 0,-125-2 0,-38 5 0,220-6 0,-291-9 0,0-6 0,147-42 0,-272 60 0,87-18 0,-40 10 0,70-24 0,-59 14 0,78-14 0,-83 22 0,99-33 0,27-14 0,-84 30 0,-70 19 0,0-1 0,-1-2 0,-1 0 0,0-2 0,0-1 0,-2-1 0,0-1 0,-1-1 0,34-34 0,-42 38 0,-2-1 0,1-1 0,-2 0 0,0 0 0,-1-1 0,0 0 0,-2-1 0,0 0 0,-1-1 0,-1 1 0,0-1 0,-2 0 0,0-1 0,2-35 0,-9-312 0,-1 92 0,4 261 0,0 1 0,-1 0 0,0-1 0,-2 1 0,1 0 0,-1 0 0,-1 0 0,-1 1 0,0-1 0,0 1 0,-1 0 0,0 0 0,-1 1 0,-1 0 0,0 0 0,-14-14 0,-173-205 0,146 170 0,36 48 0,0 0 0,0 0 0,-1 1 0,-1 1 0,0 0 0,0 1 0,-1 1 0,0 1 0,0 0 0,-18-5 0,-30-14 0,28 13 0,0 1 0,-2 2 0,1 1 0,-1 3 0,0 0 0,-40 1 0,11-3 0,-76-20 0,-38-5 0,149 30 0,-1-2 0,1-1 0,0-1 0,-61-23 0,46 12 0,0 1 0,-93-18 0,-105-2 0,220 34 0,-131-10 0,-231 11 0,179 6 0,176-4 0,-29 1 0,0-3 0,-88-14 0,84 5 0,0 3 0,-1 2 0,0 4 0,0 2 0,0 3 0,-116 21 0,133-10 0,0 1 0,1 3 0,1 2 0,1 2 0,-79 50 0,-47 40 0,-55 32 0,-147 107 0,293-192 0,36-25-1365,9-2-5461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04:11.368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1714 24575,'211'-20'0,"33"-4"0,-196 21 0,-1-2 0,1-3 0,66-19 0,35-6 0,-36 14 0,169-7 0,-207 24 0,580-28 0,-92-42 0,402-28 0,-323 45 0,-499 37 0,-68 10 0,77-19 0,-24 3 0,2 5 0,151-3 0,-131 13 0,170-32 0,-14-32 0,31-6 0,388-47 0,-693 120 0,543-118 0,213-15 0,-639 113 0,225-68 0,-231 53 0,33 2 0,238-22 0,-327 51 0,160-9 0,275 13 0,-116 6 0,-275-10 0,255-53 0,-244 35 0,-40 14 0,1 6 0,198 8 0,20-1 0,-294-2 0,-1-1 0,0-2 0,-1-1 0,35-13 0,-33 10 0,0 1 0,0 1 0,49-6 0,230-4 0,-127 3 27,114-19-1419,-256 27-5434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04:23.571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1 24575,'1'1'0,"-1"1"0,0-1 0,1 1 0,-1-1 0,1 1 0,0-1 0,-1 1 0,1-1 0,0 0 0,0 1 0,0-1 0,0 0 0,0 0 0,0 0 0,0 0 0,0 0 0,0 0 0,1 0 0,-1 0 0,0 0 0,3 1 0,34 15 0,-25-13 0,69 37 0,-51-25 0,1-1 0,56 19 0,45 13 0,-36-11 0,-92-35 0,-1 1 0,1-1 0,-1 1 0,1 0 0,-1 1 0,0-1 0,0 1 0,0 0 0,-1 0 0,1 0 0,0 0 0,-1 0 0,0 1 0,0 0 0,5 7 0,-7-8 0,0 0 0,0 1 0,0-1 0,0 0 0,-1 0 0,1 0 0,-1 1 0,0-1 0,0 0 0,0 0 0,0 1 0,-1-1 0,1 0 0,-1 0 0,0 1 0,0-1 0,0 0 0,0 0 0,0 0 0,-1 0 0,0-1 0,1 1 0,-5 4 0,-6 9 0,-1 0 0,-1-2 0,0 0 0,-1 0 0,0-1 0,-1-1 0,-22 13 0,-132 62 0,46-26 0,85-40-1365,5-4-5461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48:18.63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85 416 24575,'-3'0'0,"0"1"0,1-1 0,-1 1 0,0 0 0,0 0 0,1 0 0,-1 0 0,1 1 0,-1-1 0,1 1 0,-1-1 0,1 1 0,0 0 0,0 0 0,0 0 0,0 0 0,0 0 0,0 0 0,0 1 0,1-1 0,-1 1 0,1-1 0,0 1 0,-1 2 0,-3 7 0,1-1 0,0 0 0,1 1 0,-3 15 0,3-6 0,0-1 0,2 1 0,1-1 0,0 1 0,1 0 0,1-1 0,1 1 0,1-1 0,8 22 0,-8-30 0,0 0 0,2 0 0,-1 0 0,2-1 0,-1 0 0,2 0 0,-1 0 0,1-1 0,1 0 0,0-1 0,0 0 0,1 0 0,0-1 0,0 0 0,18 9 0,59 24 0,2-5 0,126 36 0,-133-49 0,0-4 0,114 11 0,211 37 0,-334-56 0,0-4 0,1-4 0,94-6 0,-27 0 0,1 5 0,159-5 0,-270-1 0,0 0 0,0-3 0,-1 0 0,0-2 0,0-1 0,31-16 0,-19 6 0,0-3 0,-2-1 0,52-41 0,-78 53 0,0-1 0,-1 0 0,-1-1 0,0-1 0,0 0 0,-2 0 0,0-1 0,-1 0 0,0-1 0,-1 0 0,-1 0 0,5-21 0,-6 15 0,0-1 0,-2 1 0,-1-1 0,-1 0 0,0 0 0,-2 0 0,-1-1 0,-8-44 0,6 58 0,-1 0 0,0 0 0,0 0 0,-1 0 0,-1 1 0,0 0 0,0 0 0,-1 1 0,0-1 0,-1 1 0,0 1 0,0 0 0,-1 0 0,0 0 0,0 1 0,-14-8 0,-7-3 0,-1 2 0,0 1 0,-1 1 0,-41-11 0,13 4 0,2-2 0,1-3 0,-85-50 0,114 59 0,-1 2 0,0 2 0,-1 0 0,-1 2 0,-58-13 0,38 15 0,0 2 0,-101 0 0,-94-10 0,32-1 0,148 16 0,-23-1 0,-171 16 0,229-6 0,1 2 0,-1 1 0,2 1 0,-1 2 0,2 0 0,-48 32 0,30-18 0,-56 23 0,76-37 25,1 0 0,0 2 1,-42 32-1,-10 7-1491,47-36-5360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48:22.01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8 1 24575,'-1'0'0,"1"0"0,-1 1 0,1-1 0,-1 0 0,1 1 0,-1-1 0,1 1 0,0-1 0,-1 1 0,1-1 0,-1 1 0,1 0 0,0-1 0,0 1 0,-1-1 0,1 1 0,0 0 0,0-1 0,0 1 0,0-1 0,0 1 0,0 0 0,0-1 0,0 1 0,0 0 0,0-1 0,0 1 0,0 0 0,0-1 0,0 1 0,0-1 0,1 1 0,-1 0 0,1 0 0,22 11 0,36-4 0,-58-7 0,101 5 0,185 37 0,-192-18 0,-50-11 0,1-2 0,0-3 0,62 6 0,-11-6 0,109 24 0,-125-18 0,110 5 0,-127-17 0,84 17 0,209 71 0,160 28 0,579 89 0,-801-133 0,468 57 0,-659-120 0,190 49 0,128 19 0,-101-25 0,197 35 0,-367-74 0,-1 6 0,191 54 0,-114-11 0,2-10 0,261 28 0,640 134 0,-915-163 0,183 43 0,55-3 0,-422-85 0,-1 1 0,0 1 0,-1 1 0,0 2 0,44 28 0,-40-22 0,2-1 0,0-2 0,46 16 0,-48-25 34,0-2 0,67 5 1,-71-9-329,0 1 1,0 1-1,0 2 0,41 12 1,-38-4-6533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49:21.149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131 1 24575,'0'6'0,"1"1"0,0-1 0,0 1 0,0-1 0,1 0 0,0 0 0,0 1 0,0-1 0,1-1 0,0 1 0,0 0 0,6 7 0,-1-3 0,1 0 0,0 0 0,0-1 0,1-1 0,19 15 0,-6-9 0,0-1 0,1 0 0,0-2 0,1-1 0,35 10 0,-33-10 0,-37-6 0,-49-6 0,44 2 0,-37-3 0,26 1 0,1 2 0,-1 0 0,0 1 0,-29 6 0,48-6 0,1 1 0,-1 0 0,0 0 0,1 1 0,-1-1 0,1 2 0,0-1 0,0 1 0,0-1 0,1 2 0,-1-1 0,1 1 0,0-1 0,0 1 0,1 1 0,-1-1 0,1 1 0,0-1 0,1 1 0,-4 8 0,1 1-195,1 0 0,0 0 0,1 1 0,1 0 0,0 0 0,0 29 0,2-4-6631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0:09:12.101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0 24575,'0'7'0,"0"3"-8191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0:09:18.296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2091 905 24575,'-44'0'0,"-67"9"0,92-6 0,1 1 0,0 0 0,0 2 0,0 0 0,1 1 0,-21 12 0,-298 202 0,71-40 0,-43-14 0,-12 7 0,270-142 0,1 2 0,1 3 0,2 1 0,-45 49 0,63-52 0,1 1 0,1 1 0,3 1 0,1 1 0,1 1 0,3 1 0,-27 85 0,32-71 0,3 0 0,-4 67 0,5-45 0,-2 23 0,1 177 0,12-238 0,1 0 0,3 0 0,0-1 0,3 0 0,1 0 0,2-1 0,26 57 0,159 245 0,-158-285 0,68 74 0,-4-8 0,-64-75 0,2-2 0,2-1 0,74 54 0,-76-67 0,1-2 0,77 35 0,8 6 0,-115-61 0,55 34 0,2-2 0,108 42 0,257 60 0,-314-111 0,205 27 0,133 23 0,-367-61 0,236 25 0,16 3 0,88 29 0,-320-64 0,216-6 0,-286-8 0,564-21 0,0 40 0,512 10 0,-805-29 0,-70 22 0,-52-2 0,702 89 0,-861-102 0,91 8 0,1-6 0,137-9 0,-88-1 0,3156 2 0,-2909-11 0,-307 3 0,192-42 0,-141 19 0,249-15 0,487 31 0,-594 19 0,186-24 0,-64 1 0,-357 23 0,-1 4 0,-1 2 0,113 30 0,102 15 0,496-38 0,-457-21 0,936 5 0,-1245 0 0,1-1 0,0 0 0,0-1 0,-1 0 0,1-2 0,-1 1 0,0-2 0,0 1 0,0-2 0,0 0 0,12-8 0,-6 1 0,-1-1 0,0-1 0,-1 0 0,-1-1 0,27-35 0,17-25 0,-4-2 0,90-169 0,-71 102 0,-32 66 0,56-144 0,178-699 0,-253 835 0,-19 69 0,69-268 0,-58 208 0,11-138 0,-13-33 0,13-438 0,-26 635 0,0 25 0,-1 1 0,-5-37 0,4 54 0,-1 1 0,0-1 0,-1 1 0,0 0 0,0 0 0,0 0 0,-1 0 0,-1 0 0,1 1 0,-1 0 0,-8-9 0,-10-8 0,-1 2 0,-1 1 0,-1 1 0,-1 1 0,-1 1 0,-1 1 0,-44-18 0,-228-74 0,259 96 0,-25-5 0,-88-13 0,89 20 0,-99-30 0,-65-19 0,161 46 0,0-4 0,-124-50 0,105 26 0,13 5 0,-2 4 0,-101-31 0,55 33 0,-1 6 0,-1 5 0,-163-5 0,213 21 0,-1-3 0,-111-25 0,-329-65 0,59 14 0,97-3 0,-326-58 0,240 97 0,-546 12 0,833 35 0,-172 5 0,247 0 0,-158 31 0,-296 105 0,323-81 0,32-17 0,-1-9 0,-2-8 0,-199 2 0,61 8 0,-2 1 0,-321-28 0,-322 24 0,149 13 0,-580-49 0,1026 24 0,29-1 0,-136-22 0,-188 5 0,379 16 0,-40 2 0,-163-22 0,-96 3 0,514 5 0,1 2 0,0 4 0,1 3 0,1 3 0,-131 53 0,-86 21 0,90-33 0,163-47-341,1 2 0,0 2-1,-51 33 1,50-26-6485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0:09:27.423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5944 2172 24575,'-5'-1'0,"-1"-1"0,1 1 0,0-1 0,0-1 0,1 1 0,-1-1 0,0 0 0,1 0 0,-1 0 0,1 0 0,0-1 0,0 0 0,1 0 0,-1 0 0,1 0 0,-5-7 0,-6-5 0,-1-2 0,-173-182 0,139 153 0,-2 1 0,-64-42 0,-85-35 0,-229-102 0,265 142 0,33 18 0,-225-125 0,271 142 0,-140-58 0,-97-12 0,264 97 0,-620-230 0,455 173 0,-423-135 0,533 179 0,25 7 0,-143-25 0,-234 12 0,255 27 0,-435 0-405,528 14-555,71-1-5866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0:09:28.351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491 0 24575,'-1'4'0,"-1"1"0,1-1 0,-1 0 0,0 0 0,0 0 0,-1 0 0,1 0 0,-1-1 0,0 1 0,0-1 0,0 1 0,0-1 0,-1 0 0,-5 3 0,3 0 0,-42 33 0,-2-2 0,-1-3 0,-59 30 0,11-7 0,91-52 0,0 0 0,0 1 0,1-1 0,-1 2 0,1-1 0,0 1 0,-10 12 0,15-16 0,1 1 0,-1-1 0,0 0 0,1 0 0,0 0 0,0 1 0,0-1 0,0 1 0,0-1 0,1 1 0,0-1 0,-1 1 0,1-1 0,0 1 0,1-1 0,-1 1 0,1 0 0,-1-1 0,1 0 0,0 1 0,1-1 0,-1 0 0,3 5 0,2 4 0,2 0 0,-1 0 0,2-1 0,0 0 0,0 0 0,19 16 0,74 53 0,-46-38 0,-21-16-273,1-2 0,1-1 0,1-2 0,64 25 0,-67-33-6553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03:31.675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210 46 24575,'-2'1'0,"0"-1"0,1 0 0,-1 1 0,0 0 0,0-1 0,1 1 0,-1 0 0,0 0 0,1 0 0,-1 0 0,1 0 0,-1 1 0,1-1 0,-1 0 0,1 1 0,0-1 0,0 1 0,0-1 0,0 1 0,-2 3 0,-17 39 0,15-34 0,-30 87 0,4 1 0,-21 112 0,37-143 0,7-16 0,2 0 0,2 0 0,6 98 0,0-57 0,1-59 0,1 0 0,2-1 0,1 1 0,2-1 0,23 55 0,15 63 0,-45-138 0,1 1 0,1-1 0,0 1 0,1-1 0,0 0 0,0-1 0,2 1 0,-1-1 0,1 0 0,1-1 0,0 0 0,0 0 0,1-1 0,1 0 0,-1 0 0,1-1 0,1 0 0,-1-1 0,1 0 0,22 10 0,-26-14 0,83 39 0,186 60 0,-239-92 0,0 1 0,0-2 0,54 6 0,38 5 0,-89-12 0,0-1 0,42 1 0,749-7 0,-391-3 0,329 2 0,-727-3 0,0-1 0,43-10 0,59-5 0,368 16 0,-260 5 0,-196 1 0,82 14 0,30 3 0,524-17 0,-355-5 0,-270 1 0,0-3 0,91-16 0,-64 8 0,0 4 0,178 9 0,-120 2 0,869-3 0,-979-2 0,0-2 0,58-14 0,4 0 0,-85 15 0,0-1 0,-1-1 0,0-1 0,0-1 0,0 0 0,-1-1 0,0-1 0,-1 0 0,30-24 0,-23 14 0,0 0 0,-2-2 0,-1-1 0,0 0 0,28-44 0,-35 43 0,-1 0 0,-1-1 0,-1 0 0,-1-1 0,-1 0 0,-1 0 0,-1-1 0,4-46 0,-4-16 0,-8-112 0,-2 70 0,3 104 0,-2 1 0,0 0 0,-2 0 0,0 1 0,-2-1 0,-1 1 0,-1 1 0,-18-35 0,-13-16 0,-61-80 0,73 113 0,15 22 0,-1 2 0,-1 0 0,0 1 0,-2 0 0,1 1 0,-2 1 0,0 1 0,-1 1 0,0 0 0,-1 1 0,0 1 0,0 1 0,-1 1 0,-1 1 0,1 1 0,-27-5 0,35 9 0,-46-11 0,0 3 0,-95-4 0,141 13 0,-30 1 0,-1-2 0,-59-10 0,29 0 0,-136-5 0,-82 19 0,99 1 0,-1134-3 0,1306 1 0,0 2 0,0 0 0,1 2 0,0 0 0,-36 14 0,28-9 0,-54 12 0,-24-10 0,0-5 0,-171-10 0,88-1 0,-2020 4 0,2157-2 0,-86-16 0,80 9 0,-61-3 0,-390 11 0,239 3 0,244 0 0,0 0 0,0 2 0,-28 8 0,23-5 0,-52 6 0,-129-13 0,-26 2 0,223 0-273,1 0 0,0 1 0,0 1 0,-17 7 0,-14 7-6553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50:15.66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143 250 24575,'2'2'0,"-1"0"0,0 0 0,0 0 0,1 0 0,-1 1 0,-1-1 0,1 0 0,0 0 0,0 1 0,-1-1 0,0 1 0,1-1 0,-1 0 0,0 5 0,-3 41 0,1-28 0,-1 53 0,0 279 0,3-346 0,1 0 0,0-1 0,-1 1 0,2 0 0,-1-1 0,1 1 0,0-1 0,0 0 0,0 0 0,1 0 0,0 0 0,0 0 0,0 0 0,0-1 0,1 1 0,0-1 0,0 0 0,5 4 0,-2-4 0,0 1 0,1-2 0,-1 1 0,1-1 0,0 0 0,0 0 0,0-1 0,0-1 0,1 1 0,-1-1 0,15 0 0,261-4 0,-85-2 0,681 5 0,-864-2 0,1 0 0,0-1 0,-1-1 0,1 0 0,-1-1 0,0-1 0,24-12 0,48-16 0,-72 29 0,1 0 0,-1-1 0,0-1 0,0-1 0,-1 0 0,23-16 0,-28 16 0,0-1 0,-1 0 0,0 0 0,0-1 0,-1 0 0,0-1 0,-1 0 0,0 0 0,6-16 0,24-51 0,51-156 0,-86 229 0,-1 0 0,0 1 0,0-1 0,-1 0 0,1 0 0,-1 0 0,0 0 0,0 0 0,0 1 0,-1-1 0,0 0 0,0 0 0,0 0 0,-1 1 0,1-1 0,-4-4 0,1 2 0,-1 0 0,0 1 0,0-1 0,-1 1 0,0 1 0,0-1 0,0 1 0,-1 0 0,-7-4 0,-5-3 0,0 1 0,0 1 0,-1 1 0,0 1 0,-32-8 0,-106-15 0,47 12 0,-3-11 0,81 19 0,-1 2 0,0 2 0,0 1 0,-38-2 0,-317 12 0,251 16 0,90-11 0,-71 4 0,89-10 0,0 2 0,1 1 0,-1 1 0,1 2 0,0 1 0,1 1 0,-42 24 0,26-14 0,-87 28 0,109-43-105,0 1 0,1 0 0,0 2 0,0 0 0,0 2 0,2 0 0,-1 1 0,1 1 0,1 1 0,1 0 0,0 1 0,-24 28 0,16-10-6721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23:57.19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907 409 24575,'-25'1'0,"-1"1"0,1 1 0,0 1 0,0 1 0,0 0 0,1 2 0,0 1 0,0 1 0,-29 14 0,-16 15 0,-102 70 0,116-71 0,16-11 0,1 1 0,1 2 0,-42 44 0,64-58 0,1 2 0,1-1 0,1 2 0,1-1 0,0 1 0,2 1 0,0 0 0,1 0 0,-7 30 0,6-5 0,1-1 0,3 1 0,1 0 0,4 45 0,2-64 0,1 0 0,1 0 0,1-1 0,1 0 0,2 0 0,1 0 0,0 0 0,22 35 0,-15-36 0,0 0 0,2 0 0,0-2 0,2 0 0,1-1 0,0 0 0,2-2 0,36 23 0,-1-4 0,-34-20 0,0-1 0,2-2 0,0 0 0,1-1 0,57 19 0,83 4 0,-123-29 0,1 2 0,-1 1 0,-1 3 0,0 1 0,53 24 0,-32-5 0,1-4 0,2-2 0,91 26 0,-107-44 0,1-1 0,0-2 0,0-3 0,0-2 0,53-4 0,-37 1 0,1 3 0,77 9 0,217 16 0,4-27 0,-137-2 0,767 3 0,-921-3 0,79-12 0,44-3 0,332 15 0,-276 5 0,-175 1 0,82 13 0,-83-6 0,91 0 0,-126-9 0,0 2 0,0 2 0,0 1 0,66 18 0,-32 1 0,-51-15 0,-1-2 0,2 0 0,53 7 0,130-6 0,10 1 0,-160-3 0,234 32 0,-259-33 0,52 10 0,0-3 0,105 2 0,-163-15 0,366-2 0,-348-3 0,-1-1 0,74-19 0,-71 13 0,0 2 0,57-4 0,-30 11 0,-45 2 0,1-1 0,0-1 0,0-1 0,57-15 0,-43 3 0,76-39 0,-83 36 0,1 1 0,64-20 0,251-48 0,-298 70 0,-1-2 0,104-47 0,-100 39 0,-40 17 0,0 0 0,0-2 0,-1 0 0,-1-1 0,34-26 0,-46 31 0,0 0 0,0 0 0,-1-1 0,0 0 0,0 0 0,-1 0 0,0-1 0,0 1 0,-1-1 0,-1 0 0,0 0 0,0-1 0,-1 1 0,0-1 0,0-13 0,-1-117 0,-2 77 0,8-66 0,-3 99 0,7-49 0,-4 0 0,-5-100 0,-5 165 0,0 1 0,-1-1 0,-1 0 0,0 1 0,-13-23 0,9 18 0,1 1 0,-7-25 0,6 13 0,0 0 0,-2 1 0,-2 0 0,0 1 0,-2 0 0,-2 1 0,0 0 0,-2 1 0,-1 1 0,-26-24 0,-61-80 0,39 43 0,54 71 0,-1 0 0,0 1 0,-1 0 0,-1 1 0,0 1 0,0 0 0,-1 1 0,-36-14 0,10 7 0,0 2 0,-87-17 0,-108-4 0,-5-1 0,131 15 0,-1 4 0,-189-8 0,133 25 0,1 6 0,0 7 0,-199 37 0,251-29 0,-1-5 0,-203 3 0,-165 16 0,77-2 0,-736-27 0,607-8 0,428 4 0,1-5 0,-147-21 0,219 19 0,-41-7 0,-109-31 0,131 29 0,-1 2 0,0 2 0,-1 2 0,-77-2 0,-240 11 0,200 3 0,-106-4 0,-217 4 0,446 3 0,0 1 0,1 2 0,1 3 0,0 1 0,-56 23 0,73-25 0,8-2 0,-39 21 0,42-19 0,0 0 0,-31 9 0,34-13 0,1 0 0,0 1 0,0 1 0,1 1 0,0 0 0,1 1 0,-27 23 0,3 2 0,-52 63 0,47-32 103,18-24-1571,2-10-5358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24:32.526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1085 24575,'746'-25'0,"-18"8"0,-487 18 0,-172-4 0,117-22 0,-157 20 0,17-5 0,59-20 0,-59 15 0,53-9 0,219-53 0,-219 49 0,0 3 0,124-12 0,188 29 0,-108 7 0,-262-2 0,-1-2 0,1-1 0,50-16 0,112-46 0,-120 38 0,109-25 0,225-29 0,-314 71 0,-55 7 0,64-14 0,-10-8 0,193-80 0,-254 92 0,63-17 0,12-3 0,21-5 0,-99 32 0,0-2 0,69-30 0,-65 23 67,74-22-1,16-7-1564,-96 31-5328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24:34.318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1 24575,'915'0'0,"-909"0"0,6 0 0,1 0 0,0 1 0,0 0 0,12 4 0,-23-5 0,-1 0 0,0 0 0,1 0 0,-1 1 0,0-1 0,1 0 0,-1 1 0,0-1 0,0 1 0,0 0 0,1-1 0,-1 1 0,0 0 0,0 0 0,0 0 0,0-1 0,0 1 0,0 0 0,0 0 0,-1 0 0,1 1 0,0-1 0,-1 0 0,1 0 0,0 0 0,-1 0 0,1 1 0,-1-1 0,0 0 0,1 1 0,-1-1 0,0 0 0,0 1 0,0-1 0,0 0 0,0 0 0,0 1 0,0-1 0,-1 0 0,1 1 0,0-1 0,-1 0 0,1 0 0,-1 1 0,1-1 0,-1 0 0,0 0 0,0 2 0,-4 4 0,-1 1 0,1-1 0,-1 1 0,-1-1 0,0-1 0,1 0 0,-2 0 0,-8 6 0,-73 42 0,41-27 0,-98 56 0,-51 33 0,21 12-1365,136-94-5461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51:29.585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83 112 24575,'-4'1'0,"0"0"0,0 0 0,0 1 0,0 0 0,0 1 0,0 0 0,0 0 0,1 1 0,-1 0 0,0 1 0,-5 9 0,7-10 0,-1 1 0,1-1 0,0 1 0,0 0 0,0 0 0,0 0 0,0 1 0,0 0 0,1 0 0,-1 0 0,1 0 0,0 1 0,-1-1 0,1 1 0,0 0 0,-1 13 0,2-10 0,-1 0 0,1-1 0,0 1 0,0 0 0,1 0 0,-1-1 0,1 1 0,0 0 0,0-1 0,0 1 0,0-1 0,1 0 0,-1 0 0,1 0 0,0-1 0,0 0 0,0 1 0,1-2 0,-1 1 0,1-1 0,0 0 0,0 0 0,0-1 0,4 8 0,1-2 0,-1 0 0,2 0 0,-1-2 0,0-1 0,18 13 0,-11-12 0,1-2 0,26 6 0,-18-9 0,77 10 0,-29-4 0,-6 0 0,-51-10 0,109-3 0,-84-8 0,5-1 0,-3 10 0,-16 1 0,26-8 0,37-20 0,-5 6 0,-69 18 0,32-14 0,-39 13 0,85-37 0,-89 41 0,0 0 0,0-1 0,-1 0 0,1-1 0,0 0 0,5-5 0,-8 7 0,-1 0 0,1 0 0,0 0 0,0 0 0,0-1 0,-1 1 0,1-1 0,0 1 0,-1-1 0,1 1 0,-1-1 0,1 0 0,-1 0 0,1 0 0,-1 0 0,1 0 0,-1 0 0,0 0 0,1 0 0,-1 0 0,0 0 0,0 0 0,1 0 0,-1-1 0,0 1 0,0 0 0,0 0 0,0 0 0,0-1 0,0 1 0,-1 0 0,1 0 0,0-3 0,-2-7 0,0 0 0,0 1 0,-1 0 0,-4-16 0,-13-40 0,-32-78 0,49 138 0,0 1 0,0 0 0,0 1 0,0 0 0,-1 0 0,1 0 0,-1 1 0,-5-5 0,-4 0 0,-15-7 0,16 11 0,-10-4 0,-25-2 0,8 3 0,-9-1 0,-50 8 0,45 3 0,-503-2 0,550 0 0,0 1 0,0 1 0,0 0 0,-8 6 0,10-5 0,1 0 0,-1 0 0,1 1 0,0 0 0,-1 0 0,1 1 0,0 0 0,-3 7 0,5-9-97,0 0-1,0 0 1,0 0-1,0 0 1,0 1-1,0-1 1,0 0-1,1 1 1,-1-1-1,1 1 1,-1 0-1,1-1 0,-1 8 1,0 7-6729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52:24.54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461 124 24575,'-25'2'0,"0"1"0,1 1 0,0 1 0,0 2 0,0 0 0,1 1 0,0 2 0,1 0 0,0 1 0,0 2 0,1 0 0,1 1 0,0 1 0,1 1 0,1 0 0,0 2 0,-29 38 0,42-50 0,0 1 0,1 1 0,0-1 0,0 1 0,1 0 0,0 0 0,0 0 0,1 0 0,0 0 0,0 0 0,1 1 0,0-1 0,1 1 0,-1-1 0,2 1 0,1 11 0,0-10 0,1 1 0,1-1 0,0 0 0,0 0 0,1 0 0,0 0 0,0-1 0,1 0 0,1 0 0,-1 0 0,12 10 0,0-2 0,0-2 0,1 0 0,0-1 0,1 0 0,1-2 0,0-1 0,0 0 0,1-2 0,1 0 0,42 10 0,-12-12 0,1-2 0,1-2 0,81-6 0,-26 0 0,42 3 0,175 24 0,21 19 0,-266-36 0,89-3 0,24 0 0,-50 16 0,-86-11 0,71 4 0,-104-12 0,1 0 0,-1-2 0,0-1 0,1-1 0,-1-1 0,-1-1 0,47-16 0,-4-6 0,-2-2 0,0-3 0,-3-3 0,84-60 0,-140 89 0,-1 0 0,0-1 0,0 0 0,0 0 0,-1 0 0,0-1 0,-1 1 0,1-1 0,-1 0 0,-1-1 0,0 1 0,0 0 0,0-1 0,-1 0 0,-1 0 0,2-12 0,-2 14 0,-1 0 0,0 0 0,0 0 0,0-1 0,-1 1 0,0 1 0,0-1 0,-1 0 0,0 0 0,0 0 0,-1 1 0,1-1 0,-2 1 0,1 0 0,0 0 0,-1 0 0,0 0 0,-1 1 0,1-1 0,-1 1 0,-7-6 0,-20-11 0,-2 2 0,0 1 0,0 1 0,-2 2 0,0 2 0,-1 1 0,-75-16 0,74 21 0,-15-5 0,-1 3 0,-100-5 0,78 14 0,12 2 0,-1-2 0,0-4 0,-101-20 0,7-8 0,-1 7 0,-1 7 0,-306 4 0,437 15 0,-27 2 0,0-3 0,-94-14 0,48 2 0,1 4 0,-152 6 0,180 3 0,67 0 0,0 0 0,1 1 0,-1 0 0,0 0 0,1 0 0,-1 1 0,1 0 0,-1 0 0,1 1 0,0-1 0,0 1 0,0 1 0,0-1 0,1 1 0,-1 0 0,-6 6 0,6-3 0,1-1 0,0 1 0,0 0 0,1 1 0,0-1 0,0 1 0,0-1 0,1 1 0,0 0 0,1 1 0,0-1 0,-2 15 0,1-6-105,1 0 0,1 0 0,0 0 0,1 1 0,1-1 0,1 0 0,0 0 0,1 0 0,1 0 0,1 0 0,0-1 0,13 28 0,0-17-6721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55:41.055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24143,'0'902'0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55:42.83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0 24575,'1'3'0,"0"1"0,0-1 0,0 0 0,1-1 0,-1 1 0,1 0 0,0 0 0,0-1 0,0 1 0,0-1 0,0 1 0,0-1 0,4 3 0,9 10 0,211 261 0,-224-273 0,0-1 0,0 0 0,0 1 0,0-1 0,0 0 0,1 0 0,-1 0 0,1 0 0,-1 0 0,1-1 0,0 1 0,0-1 0,5 2 0,-6-3 0,-1-1 0,1 1 0,0-1 0,-1 1 0,1-1 0,0 0 0,-1 1 0,1-1 0,-1 0 0,1 0 0,-1 0 0,0 0 0,1-1 0,-1 1 0,0 0 0,0 0 0,0-1 0,0 1 0,0-1 0,0 1 0,0-1 0,0 1 0,-1-1 0,2-2 0,21-36-455,2 1 0,36-41 0,-29 41-6371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32:28.729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1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32:35.737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34 64 24575,'3'202'0,"-7"227"0,-12-314 0,10-88 0,2 1 0,0 0 0,2 47 0,2-73 0,0 0 0,0 0 0,0-1 0,1 1 0,-1 0 0,0 0 0,1 0 0,0 0 0,0 0 0,-1-1 0,1 1 0,0 0 0,0-1 0,0 1 0,1-1 0,-1 1 0,0-1 0,1 1 0,-1-1 0,1 0 0,-1 0 0,3 2 0,0-2 0,-1 1 0,1-1 0,-1 0 0,1 0 0,0-1 0,0 1 0,0-1 0,-1 1 0,1-1 0,0-1 0,4 1 0,12-4 0,1 0 0,0-1 0,28-12 0,-35 12 0,339-149 0,-46 16 0,-294 133 0,-3 2 0,0-1 0,-1 0 0,1 0 0,-1-1 0,0 0 0,0-1 0,9-7 0,-17 12 0,-1 0 0,1 0 0,0 0 0,0 0 0,-1 0 0,1-1 0,-1 1 0,1 0 0,-1 0 0,1-1 0,-1 1 0,0 0 0,0-1 0,1 1 0,-1 0 0,0-1 0,0 1 0,-1 0 0,1-1 0,0 1 0,0 0 0,0-1 0,-1 1 0,1 0 0,-1 0 0,1-1 0,-1 1 0,0 0 0,1 0 0,-1 0 0,0 0 0,0 0 0,0 0 0,0 0 0,0 0 0,-1-1 0,-41-34 0,40 34 0,-75-48 0,-140-67 0,159 84 0,1-3 0,2-2 0,1-3 0,-71-69 0,97 88-239,0 1-1,-2 1 0,-48-24 0,70 39-166,-26-13-6420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31:50.111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3060 24575,'153'-5'11,"156"-23"-1,155-48-144,-243 38-278,318-45-1691,152-4 883,541-41-2065,644-32 3140,-229 21-644,-1599 135 702,253-35 24,-288 36 449,0-1 0,0 0 0,-1-1 0,0-1 0,0 0 0,0 0 0,-1-1 0,0-1 0,12-10 0,41-26 1807,39-13-1723,3 4 0,119-42 0,242-64 198,-223 80-582,988-412-86,-944 361 0,150-72 0,-15-28 0,48-37 0,-445 251 0,-1-1 0,-1-1 0,-1-1 0,38-40 0,-40 38 0,1 0 0,0 1 0,2 1 0,44-28 0,192-76-1365,-218 105-5461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31:52.406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344 1 24575,'-5'1'0,"-1"0"0,0 1 0,1 0 0,0 0 0,-1 1 0,1-1 0,0 1 0,0 0 0,0 0 0,1 1 0,-1-1 0,1 1 0,-5 5 0,-4 2 0,-29 23 0,2 2 0,2 2 0,1 1 0,-39 54 0,74-90 0,-1 1 0,1 0 0,-1 0 0,1 0 0,0 1 0,0-1 0,1 1 0,-1-1 0,1 1 0,0-1 0,0 7 0,1-9 0,0 0 0,1 0 0,-1 1 0,1-1 0,-1 0 0,1 0 0,0 1 0,0-1 0,0 0 0,0 0 0,0 0 0,0 0 0,1 0 0,-1-1 0,1 1 0,-1 0 0,1-1 0,0 1 0,-1-1 0,1 1 0,0-1 0,0 0 0,4 2 0,34 20 0,47 19 0,-69-36 0,0 0 0,1 0 0,-1-2 0,1 0 0,28 1 0,-14-3-110,-8-1-203,0 0-1,-1 2 0,31 8 0,-26-3-6512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32:40.834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89 208 24575,'0'98'0,"-17"127"0,-12 164 0,30 5 0,2-139 0,-5-212 0,-2-1 0,-10 43 0,-6 58 0,15-58 0,3 1 0,5-1 0,16 115 0,-10-161 0,1-2 0,2 1 0,2-1 0,1-1 0,1-1 0,3 0 0,0-1 0,31 40 0,-40-64 0,0 1 0,0-1 0,1-1 0,0 0 0,1-1 0,0 0 0,0-1 0,1 0 0,21 8 0,9 1 0,74 16 0,-24-15 0,98 7 0,30 4 0,-110-10 0,0-5 0,139-2 0,-221-10 0,0 1 0,0 1 0,-1 1 0,1 2 0,53 17 0,-43-11 0,0-2 0,1-1 0,1-3 0,54 3 0,167-10 0,-120-3 0,305-12 0,823-11 0,-859 29 0,-339-6 0,0-3 0,0-4 0,0-2 0,-1-4 0,-2-3 0,109-45 0,-129 42 0,-1-1 0,-2-3 0,0-2 0,-2-1 0,-1-3 0,-2-1 0,-1-2 0,-2-2 0,33-43 0,-53 58 0,-1 0 0,-1 0 0,-2-2 0,0 0 0,-2 0 0,0-1 0,-2-1 0,-1 0 0,7-35 0,-6 2 0,-2 0 0,-2 0 0,-4-76 0,-6-1228 0,2 1317 0,-1 0 0,-2 1 0,-19-78 0,21 115 0,-1 0 0,1 1 0,-2 0 0,1 0 0,-1 0 0,0 0 0,-1 1 0,1 0 0,-2 0 0,1 0 0,-1 1 0,0 0 0,0 0 0,-1 1 0,1 0 0,-1 0 0,-15-6 0,0 1 0,0 0 0,0 2 0,-1 1 0,1 1 0,-40-4 0,-110-1 0,109 9 0,-119-19 0,83 1 0,-1 4 0,-1 5 0,-104 1 0,37 10 0,-166 4 0,156 16 0,-39 2 0,-574-21 0,370-3 0,353 5 0,-80 14 0,-55 4 0,-40-22 0,85-1 0,-171 20 0,18 33 0,270-44 0,-1-3 0,-66 0 0,78-5 0,0 2 0,-1 0 0,1 3 0,0 0 0,1 2 0,-35 11 0,-189 61 37,140-47-1439,78-21-5424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5:32:43.18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1863 24575,'513'-20'0,"-96"1"0,-253 11 0,218-39 0,-44-4 0,509-11 0,-825 60 0,0-1 0,0 0 0,-1-2 0,1 0 0,39-17 0,-37 13 0,0 1 0,1 1 0,44-6 0,-14 6 0,-1-3 0,0-1 0,82-30 0,-53 16 0,2 3 0,0 4 0,1 4 0,91-3 0,353 11 0,-355 9 0,-7-2 0,204-25 0,386-89 0,-165 22 0,516-105 0,-713 121 0,-300 56 0,245-33 0,88-8 0,-362 49 0,383-97 0,-91 18 0,-108 31 0,91-18 0,112-18 0,-356 73 0,-54 9 0,0-2 0,-2-2 0,0-2 0,-1-1 0,75-51 0,-80 49 0,10-3-112,1 2 0,1 3-1,89-26 1,-89 31-804,-8 1-5910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90ED-2A74-AB0B-6FE3-CDEA12353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76CE0-8755-69AE-2BA4-817604215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9A40A-3639-D26F-F6B0-91DA76831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288EF-7708-D110-2542-AE7DCD185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EA230-8CE8-A32C-C0E5-7C9DD858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1679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E482-99CC-8986-B4E3-C84F9430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0EC0-2436-BDA2-AB74-5EA5CE994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E7984-2C95-8EDC-B5F8-54E1337B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BA7B5-C81F-0CC2-5D9A-C607D4F0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DEE17-BEF9-1ADD-337F-E4C5C7CEC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5343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34CE-F88E-9B1A-C880-6F23363F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40AED-07BC-5D9A-E3F6-5AB4D40C2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DB164-E240-5FFD-DD9F-4A1029B4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35AA-E800-D46B-8957-B0A9CBA7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6B967-57A1-1305-F588-1A301F09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4564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C03D-A5EB-A3DD-6593-61838F80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D32F3-EF72-7EC2-94A8-0B971DDCE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1430D-4CF8-8097-E18E-5A1D3EF16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FE689-ABFC-F848-28E6-7DBFBF89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B1886-EA15-E745-92A7-9C2334A0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7A80A-77B2-886E-B7BC-6791C23E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5280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D39FC-F0C8-759E-6B66-8F2CC4FE7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32996-C639-3471-C96E-E1AF1B3BD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8A6C7-8BA7-2590-52B5-72C08C59D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6377A-378E-20F0-1ACD-F699F12F6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FA0565-8BC7-140F-A342-22A5F432F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003F73-A2E9-1E20-05EF-B02793CB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B963D-8D35-C41A-E1EC-CB528461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454EF3-BB5A-8910-6BCC-666C8336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2562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4820-38EE-4806-3576-4A4EFE141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7F6342-604A-D935-29BF-A7F14066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278C6-BAA0-5368-EE60-765BEF5F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CE108-308C-9822-2693-8F527493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605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AD3AD6-6D81-167E-9164-B9953F5C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3BFFD-F960-E52E-9D12-BA68FC0A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F3444-9F91-9E9F-97CE-E3A4B6D5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0482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2E9F-F3A7-C838-127A-777CC1AE5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F1CB2-6C0B-CD0C-8B10-5665637FB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1EFD-43D4-ADB5-A2C7-0A66A71EB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32CCD-C5D9-CD34-4732-6E011D33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31FB3-21A2-CFF5-4CF2-AABB8FE5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21722-012F-D26F-96C0-DCF259AE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7210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FF6A-DA10-4E98-6F7C-B7F5588EA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A6AA-1A35-6F18-969D-FC1066A781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79E11-D5F2-F740-D662-165C97C94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93397-FA95-1C28-6262-0E4580A3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4189B-5982-2E87-0014-D09ADC09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58251-1AD7-6F5C-9F4D-D4FC92E2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015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0CEF-28B9-91D0-B766-A856436F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15224-382D-79A5-2E7C-DBE8B6A5C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26EF5-D443-669B-D5D4-90734A44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9713A-0D0C-9103-EC75-70163D76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BEFE9-19FC-1CFB-FCD9-F473AD46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4584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05C4C4-D8CC-6274-1037-8B35749B1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ABE20-1E3B-0437-5C39-A9DEDA4BA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BA5AF-E66D-7177-82CC-863798CF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93BA5-C687-841A-AFAD-00279A45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1D592-965A-FB59-6DF9-867E3DEE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7373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413ED-17CC-FD5B-ABB4-2CE4C2CF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B0750-22CD-6175-A78D-0EE0A3F60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CD769-82CD-D857-2EC4-B35E7C2C0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C01FB-0704-438A-B016-3D909159041F}" type="datetimeFigureOut">
              <a:rPr lang="en-NZ" smtClean="0"/>
              <a:t>5/09/2026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3BF1A-7BE5-C917-316F-EE1289783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1D3F-7A7C-B268-740D-2379BFF82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34061-241A-4077-B3FC-E30604271F2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70670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uestnewzealand.com/" TargetMode="External"/><Relationship Id="rId2" Type="http://schemas.openxmlformats.org/officeDocument/2006/relationships/hyperlink" Target="https://www.firstlighttravel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ramer.com/marketplace/templates/akira-sato/?utm_source=mstore&amp;via=usemuzli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21" Type="http://schemas.openxmlformats.org/officeDocument/2006/relationships/customXml" Target="../ink/ink11.xml"/><Relationship Id="rId34" Type="http://schemas.openxmlformats.org/officeDocument/2006/relationships/image" Target="../media/image21.png"/><Relationship Id="rId7" Type="http://schemas.openxmlformats.org/officeDocument/2006/relationships/customXml" Target="../ink/ink4.xml"/><Relationship Id="rId12" Type="http://schemas.openxmlformats.org/officeDocument/2006/relationships/image" Target="../media/image10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33" Type="http://schemas.openxmlformats.org/officeDocument/2006/relationships/customXml" Target="../ink/ink17.xml"/><Relationship Id="rId2" Type="http://schemas.openxmlformats.org/officeDocument/2006/relationships/image" Target="../media/image4.png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6.xml"/><Relationship Id="rId24" Type="http://schemas.openxmlformats.org/officeDocument/2006/relationships/image" Target="../media/image16.png"/><Relationship Id="rId32" Type="http://schemas.openxmlformats.org/officeDocument/2006/relationships/image" Target="../media/image20.png"/><Relationship Id="rId37" Type="http://schemas.openxmlformats.org/officeDocument/2006/relationships/hyperlink" Target="https://www.firstlighttravel.com/new-zealand-video-gallery" TargetMode="External"/><Relationship Id="rId5" Type="http://schemas.openxmlformats.org/officeDocument/2006/relationships/image" Target="../media/image6.png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18.png"/><Relationship Id="rId36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customXml" Target="../ink/ink10.xml"/><Relationship Id="rId31" Type="http://schemas.openxmlformats.org/officeDocument/2006/relationships/customXml" Target="../ink/ink16.xml"/><Relationship Id="rId4" Type="http://schemas.openxmlformats.org/officeDocument/2006/relationships/image" Target="../media/image5.png"/><Relationship Id="rId9" Type="http://schemas.openxmlformats.org/officeDocument/2006/relationships/customXml" Target="../ink/ink5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14.xml"/><Relationship Id="rId30" Type="http://schemas.openxmlformats.org/officeDocument/2006/relationships/image" Target="../media/image19.png"/><Relationship Id="rId35" Type="http://schemas.openxmlformats.org/officeDocument/2006/relationships/customXml" Target="../ink/ink18.xml"/><Relationship Id="rId8" Type="http://schemas.openxmlformats.org/officeDocument/2006/relationships/image" Target="../media/image8.png"/><Relationship Id="rId3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customXml" Target="../ink/ink22.xml"/><Relationship Id="rId4" Type="http://schemas.openxmlformats.org/officeDocument/2006/relationships/customXml" Target="../ink/ink19.xml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customXml" Target="../ink/ink24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12" Type="http://schemas.openxmlformats.org/officeDocument/2006/relationships/customXml" Target="../ink/ink29.xml"/><Relationship Id="rId17" Type="http://schemas.openxmlformats.org/officeDocument/2006/relationships/image" Target="../media/image40.png"/><Relationship Id="rId2" Type="http://schemas.openxmlformats.org/officeDocument/2006/relationships/image" Target="../media/image32.png"/><Relationship Id="rId16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7.png"/><Relationship Id="rId5" Type="http://schemas.openxmlformats.org/officeDocument/2006/relationships/customXml" Target="../ink/ink26.xml"/><Relationship Id="rId15" Type="http://schemas.openxmlformats.org/officeDocument/2006/relationships/image" Target="../media/image39.png"/><Relationship Id="rId10" Type="http://schemas.openxmlformats.org/officeDocument/2006/relationships/customXml" Target="../ink/ink28.xml"/><Relationship Id="rId4" Type="http://schemas.openxmlformats.org/officeDocument/2006/relationships/image" Target="../media/image33.png"/><Relationship Id="rId9" Type="http://schemas.openxmlformats.org/officeDocument/2006/relationships/image" Target="../media/image36.png"/><Relationship Id="rId14" Type="http://schemas.openxmlformats.org/officeDocument/2006/relationships/customXml" Target="../ink/ink3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customXml" Target="../ink/ink37.xml"/><Relationship Id="rId3" Type="http://schemas.openxmlformats.org/officeDocument/2006/relationships/customXml" Target="../ink/ink32.xml"/><Relationship Id="rId7" Type="http://schemas.openxmlformats.org/officeDocument/2006/relationships/customXml" Target="../ink/ink34.xml"/><Relationship Id="rId12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customXml" Target="../ink/ink36.xml"/><Relationship Id="rId5" Type="http://schemas.openxmlformats.org/officeDocument/2006/relationships/customXml" Target="../ink/ink33.xml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customXml" Target="../ink/ink35.xml"/><Relationship Id="rId1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C6A13-ED95-D2EF-90E9-5A7477243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altLang="zh-CN" sz="6600"/>
              <a:t>My proposal</a:t>
            </a:r>
            <a:endParaRPr lang="en-NZ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2EA4D-7A48-DED1-F8AF-573100CBD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Meeting 1</a:t>
            </a:r>
            <a:endParaRPr lang="en-NZ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54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1DF9B-EE05-FB0A-F51C-C0EF895B6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following web pages are available for reference.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2701B-8D1B-917C-277D-3C551D06F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19" y="4616393"/>
            <a:ext cx="11236556" cy="193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NZ" b="1" dirty="0"/>
              <a:t>First Light Travel: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https://www.firstlighttravel.com/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NZ" b="1" dirty="0"/>
              <a:t>New Zealand Travel Planning: </a:t>
            </a:r>
            <a:r>
              <a:rPr lang="en-NZ" sz="2400" dirty="0">
                <a:hlinkClick r:id="rId3"/>
              </a:rPr>
              <a:t>https://guestnewzealand.com/</a:t>
            </a:r>
            <a:endParaRPr lang="en-NZ" sz="2400" dirty="0"/>
          </a:p>
          <a:p>
            <a:pPr marL="0" indent="0">
              <a:buNone/>
            </a:pPr>
            <a:r>
              <a:rPr lang="en-NZ" b="1" dirty="0"/>
              <a:t>Akira Sato: </a:t>
            </a:r>
            <a:r>
              <a:rPr lang="en-NZ" sz="2400" dirty="0">
                <a:hlinkClick r:id="rId4"/>
              </a:rPr>
              <a:t>https://www.framer.com/marketplace/templates/akira-sato/?utm_source=mstore&amp;via=usemuzli</a:t>
            </a:r>
            <a:r>
              <a:rPr lang="en-NZ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851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AD377-4AFC-5F3D-9A9E-BBE012D6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993" y="81549"/>
            <a:ext cx="10515600" cy="1181778"/>
          </a:xfrm>
        </p:spPr>
        <p:txBody>
          <a:bodyPr>
            <a:normAutofit fontScale="90000"/>
          </a:bodyPr>
          <a:lstStyle/>
          <a:p>
            <a:r>
              <a:rPr lang="en-NZ" sz="3600" dirty="0"/>
              <a:t>https://www.firstlighttravel.com/</a:t>
            </a:r>
            <a:br>
              <a:rPr lang="en-NZ" sz="3600" dirty="0"/>
            </a:br>
            <a:r>
              <a:rPr lang="en-NZ" b="1" dirty="0"/>
              <a:t>First Light Trave</a:t>
            </a:r>
            <a:r>
              <a:rPr lang="en-US" altLang="zh-CN" b="1" dirty="0"/>
              <a:t>l</a:t>
            </a:r>
            <a:endParaRPr lang="en-NZ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30FEC8-FC2F-EFAB-2137-D879D0EBA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2160" y="1309987"/>
            <a:ext cx="8172346" cy="4306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7845C6-26CA-4361-7F13-58052C225617}"/>
              </a:ext>
            </a:extLst>
          </p:cNvPr>
          <p:cNvSpPr txBox="1"/>
          <p:nvPr/>
        </p:nvSpPr>
        <p:spPr>
          <a:xfrm>
            <a:off x="1192160" y="5709971"/>
            <a:ext cx="424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000" dirty="0"/>
              <a:t>Self introduction page</a:t>
            </a:r>
            <a:r>
              <a:rPr lang="zh-CN" altLang="en-US" sz="2000" dirty="0"/>
              <a:t> </a:t>
            </a:r>
            <a:r>
              <a:rPr lang="en-NZ" altLang="zh-CN" sz="2000" dirty="0"/>
              <a:t>(top nav</a:t>
            </a:r>
            <a:r>
              <a:rPr lang="zh-CN" altLang="en-US" sz="2000" dirty="0"/>
              <a:t> </a:t>
            </a:r>
            <a:r>
              <a:rPr lang="en-NZ" altLang="zh-CN" sz="2000" dirty="0"/>
              <a:t>bar)</a:t>
            </a:r>
            <a:endParaRPr lang="en-NZ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999E130-313F-1E84-8307-B9ACDEB19E31}"/>
                  </a:ext>
                </a:extLst>
              </p14:cNvPr>
              <p14:cNvContentPartPr/>
              <p14:nvPr/>
            </p14:nvContentPartPr>
            <p14:xfrm>
              <a:off x="3376881" y="5662951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999E130-313F-1E84-8307-B9ACDEB19E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70761" y="565683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F4FDE7B-FD1A-2DF8-E3BC-CC0A5C2695A0}"/>
              </a:ext>
            </a:extLst>
          </p:cNvPr>
          <p:cNvSpPr txBox="1"/>
          <p:nvPr/>
        </p:nvSpPr>
        <p:spPr>
          <a:xfrm>
            <a:off x="8662113" y="356060"/>
            <a:ext cx="21189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buNone/>
            </a:pPr>
            <a:r>
              <a:rPr lang="en-NZ" sz="2800" b="0" i="0" dirty="0">
                <a:solidFill>
                  <a:schemeClr val="tx1"/>
                </a:solidFill>
                <a:effectLst/>
                <a:latin typeface="+mn-lt"/>
              </a:rPr>
              <a:t>Option 1</a:t>
            </a:r>
            <a:endParaRPr lang="en-NZ" sz="3200" b="0" i="0" dirty="0">
              <a:solidFill>
                <a:srgbClr val="E8EAED"/>
              </a:solidFill>
              <a:effectLst/>
              <a:latin typeface="inheri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94FA5E7-E52D-F8BF-175D-EA76484A8967}"/>
                  </a:ext>
                </a:extLst>
              </p14:cNvPr>
              <p14:cNvContentPartPr/>
              <p14:nvPr/>
            </p14:nvContentPartPr>
            <p14:xfrm>
              <a:off x="4424121" y="5352991"/>
              <a:ext cx="1434960" cy="570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94FA5E7-E52D-F8BF-175D-EA76484A89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18001" y="5346871"/>
                <a:ext cx="1447200" cy="5832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014B27C-780F-82FA-3E74-9ABF5FE13278}"/>
              </a:ext>
            </a:extLst>
          </p:cNvPr>
          <p:cNvSpPr txBox="1"/>
          <p:nvPr/>
        </p:nvSpPr>
        <p:spPr>
          <a:xfrm>
            <a:off x="5859081" y="5709971"/>
            <a:ext cx="4627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rgbClr val="FF0000"/>
                </a:solidFill>
              </a:rPr>
              <a:t>Log in button (</a:t>
            </a:r>
            <a:r>
              <a:rPr lang="zh-CN" altLang="en-US" sz="2400" dirty="0">
                <a:solidFill>
                  <a:srgbClr val="FF0000"/>
                </a:solidFill>
              </a:rPr>
              <a:t>两种权限）</a:t>
            </a:r>
            <a:endParaRPr lang="en-NZ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账号登陆</a:t>
            </a:r>
            <a:endParaRPr lang="en-NZ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937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484AC0-087C-40CF-0AF7-78D4600BF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2" y="125363"/>
            <a:ext cx="6476417" cy="32741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A28016C-64E2-7594-864A-4E2424805308}"/>
                  </a:ext>
                </a:extLst>
              </p14:cNvPr>
              <p14:cNvContentPartPr/>
              <p14:nvPr/>
            </p14:nvContentPartPr>
            <p14:xfrm>
              <a:off x="408681" y="898711"/>
              <a:ext cx="1333080" cy="1020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A28016C-64E2-7594-864A-4E24248053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561" y="892591"/>
                <a:ext cx="1345320" cy="103284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10B09094-AF33-1297-BF00-242C7AA69F13}"/>
              </a:ext>
            </a:extLst>
          </p:cNvPr>
          <p:cNvSpPr txBox="1"/>
          <p:nvPr/>
        </p:nvSpPr>
        <p:spPr>
          <a:xfrm>
            <a:off x="6710121" y="147328"/>
            <a:ext cx="5177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新西兰自驾游、中国自驾游、中国火车出行 各做一个页面</a:t>
            </a:r>
            <a:endParaRPr lang="en-NZ" sz="24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A616120-8C7B-1A20-7CEC-4F737AEF14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892"/>
          <a:stretch>
            <a:fillRect/>
          </a:stretch>
        </p:blipFill>
        <p:spPr>
          <a:xfrm>
            <a:off x="113022" y="3576447"/>
            <a:ext cx="6368462" cy="315618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C82108A-3BB5-4B27-F5F7-D0F39431A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0121" y="3601533"/>
            <a:ext cx="4716338" cy="2877876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B9A56-E675-F33B-3DC9-3E9E003B187A}"/>
              </a:ext>
            </a:extLst>
          </p:cNvPr>
          <p:cNvGrpSpPr/>
          <p:nvPr/>
        </p:nvGrpSpPr>
        <p:grpSpPr>
          <a:xfrm>
            <a:off x="648081" y="1754373"/>
            <a:ext cx="309600" cy="1902240"/>
            <a:chOff x="648081" y="1754373"/>
            <a:chExt cx="309600" cy="19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57AAB9C-1212-86E4-82A6-FFC40B5089D0}"/>
                    </a:ext>
                  </a:extLst>
                </p14:cNvPr>
                <p14:cNvContentPartPr/>
                <p14:nvPr/>
              </p14:nvContentPartPr>
              <p14:xfrm>
                <a:off x="721521" y="1754373"/>
                <a:ext cx="236160" cy="1902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57AAB9C-1212-86E4-82A6-FFC40B5089D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5401" y="1748253"/>
                  <a:ext cx="248400" cy="19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77ED40E-0CA4-913B-21A8-7DBE290F5601}"/>
                    </a:ext>
                  </a:extLst>
                </p14:cNvPr>
                <p14:cNvContentPartPr/>
                <p14:nvPr/>
              </p14:nvContentPartPr>
              <p14:xfrm>
                <a:off x="648081" y="3436293"/>
                <a:ext cx="298080" cy="165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77ED40E-0CA4-913B-21A8-7DBE290F560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1961" y="3430173"/>
                  <a:ext cx="3103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BD7015C-01F0-095D-CAEC-A13FBE43EADF}"/>
              </a:ext>
            </a:extLst>
          </p:cNvPr>
          <p:cNvGrpSpPr/>
          <p:nvPr/>
        </p:nvGrpSpPr>
        <p:grpSpPr>
          <a:xfrm>
            <a:off x="1028961" y="2106453"/>
            <a:ext cx="1033560" cy="532440"/>
            <a:chOff x="1028961" y="2106453"/>
            <a:chExt cx="1033560" cy="5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4CBBA4-91DA-45F8-0814-5B30EEAE2F12}"/>
                    </a:ext>
                  </a:extLst>
                </p14:cNvPr>
                <p14:cNvContentPartPr/>
                <p14:nvPr/>
              </p14:nvContentPartPr>
              <p14:xfrm>
                <a:off x="1028961" y="2300133"/>
                <a:ext cx="282960" cy="28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4CBBA4-91DA-45F8-0814-5B30EEAE2F1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22841" y="2294013"/>
                  <a:ext cx="2952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9CA260-3539-5F81-4178-7ABBF02EEA11}"/>
                    </a:ext>
                  </a:extLst>
                </p14:cNvPr>
                <p14:cNvContentPartPr/>
                <p14:nvPr/>
              </p14:nvContentPartPr>
              <p14:xfrm>
                <a:off x="1370241" y="2106453"/>
                <a:ext cx="31680" cy="445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9CA260-3539-5F81-4178-7ABBF02EEA1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64121" y="2100333"/>
                  <a:ext cx="4392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96335F7-DB9A-664D-FBB1-BDDECC6770CB}"/>
                    </a:ext>
                  </a:extLst>
                </p14:cNvPr>
                <p14:cNvContentPartPr/>
                <p14:nvPr/>
              </p14:nvContentPartPr>
              <p14:xfrm>
                <a:off x="1503801" y="2374293"/>
                <a:ext cx="15480" cy="175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96335F7-DB9A-664D-FBB1-BDDECC6770C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7681" y="2368173"/>
                  <a:ext cx="27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915A392-914E-477D-BEFE-7B7DD87F1134}"/>
                    </a:ext>
                  </a:extLst>
                </p14:cNvPr>
                <p14:cNvContentPartPr/>
                <p14:nvPr/>
              </p14:nvContentPartPr>
              <p14:xfrm>
                <a:off x="1577601" y="2226693"/>
                <a:ext cx="20880" cy="6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915A392-914E-477D-BEFE-7B7DD87F11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71481" y="2220573"/>
                  <a:ext cx="331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0BEC72-38D2-8550-2B71-3D6360CB8DF1}"/>
                    </a:ext>
                  </a:extLst>
                </p14:cNvPr>
                <p14:cNvContentPartPr/>
                <p14:nvPr/>
              </p14:nvContentPartPr>
              <p14:xfrm>
                <a:off x="1610001" y="2344773"/>
                <a:ext cx="145080" cy="19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0BEC72-38D2-8550-2B71-3D6360CB8DF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03881" y="2338653"/>
                  <a:ext cx="1573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FA4CFC0-C76D-5124-61B4-8732879A8927}"/>
                    </a:ext>
                  </a:extLst>
                </p14:cNvPr>
                <p14:cNvContentPartPr/>
                <p14:nvPr/>
              </p14:nvContentPartPr>
              <p14:xfrm>
                <a:off x="1806561" y="2123373"/>
                <a:ext cx="81720" cy="515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FA4CFC0-C76D-5124-61B4-8732879A892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00441" y="2117253"/>
                  <a:ext cx="939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058C7A0-791F-E240-58F9-7E5EB3EA1F8C}"/>
                    </a:ext>
                  </a:extLst>
                </p14:cNvPr>
                <p14:cNvContentPartPr/>
                <p14:nvPr/>
              </p14:nvContentPartPr>
              <p14:xfrm>
                <a:off x="1945161" y="2329653"/>
                <a:ext cx="117360" cy="247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058C7A0-791F-E240-58F9-7E5EB3EA1F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39041" y="2323533"/>
                  <a:ext cx="129600" cy="259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BEB83BD-C936-68F3-5698-1FB6B8242813}"/>
              </a:ext>
            </a:extLst>
          </p:cNvPr>
          <p:cNvSpPr txBox="1"/>
          <p:nvPr/>
        </p:nvSpPr>
        <p:spPr>
          <a:xfrm>
            <a:off x="6863661" y="3013423"/>
            <a:ext cx="4473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altLang="zh-CN" sz="2400" dirty="0">
                <a:solidFill>
                  <a:srgbClr val="FF0000"/>
                </a:solidFill>
              </a:rPr>
              <a:t>Click to play video</a:t>
            </a:r>
            <a:endParaRPr lang="en-NZ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63E794F-EB12-175C-287F-FB014B9D3F1A}"/>
                  </a:ext>
                </a:extLst>
              </p14:cNvPr>
              <p14:cNvContentPartPr/>
              <p14:nvPr/>
            </p14:nvContentPartPr>
            <p14:xfrm>
              <a:off x="338481" y="4290271"/>
              <a:ext cx="1876320" cy="8877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63E794F-EB12-175C-287F-FB014B9D3F1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2361" y="4284151"/>
                <a:ext cx="1888560" cy="9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0F28B09-F73D-9ED2-3793-636E6ABEC287}"/>
                  </a:ext>
                </a:extLst>
              </p14:cNvPr>
              <p14:cNvContentPartPr/>
              <p14:nvPr/>
            </p14:nvContentPartPr>
            <p14:xfrm>
              <a:off x="2167641" y="4102351"/>
              <a:ext cx="4838040" cy="6174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0F28B09-F73D-9ED2-3793-636E6ABEC28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161521" y="4096231"/>
                <a:ext cx="4850280" cy="62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CF321DB-1311-6D10-EC1B-7A6449C76B4B}"/>
                  </a:ext>
                </a:extLst>
              </p14:cNvPr>
              <p14:cNvContentPartPr/>
              <p14:nvPr/>
            </p14:nvContentPartPr>
            <p14:xfrm>
              <a:off x="6827841" y="4025671"/>
              <a:ext cx="219600" cy="2440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CF321DB-1311-6D10-EC1B-7A6449C76B4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821721" y="4019551"/>
                <a:ext cx="2318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E7EF8F1-BCAC-2978-BC31-8569A80A3BAD}"/>
                  </a:ext>
                </a:extLst>
              </p14:cNvPr>
              <p14:cNvContentPartPr/>
              <p14:nvPr/>
            </p14:nvContentPartPr>
            <p14:xfrm>
              <a:off x="1916001" y="572911"/>
              <a:ext cx="1050480" cy="4471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E7EF8F1-BCAC-2978-BC31-8569A80A3BA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909881" y="566791"/>
                <a:ext cx="106272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D924DC9-DDD8-6DB5-D07A-29C46DED5F1D}"/>
                  </a:ext>
                </a:extLst>
              </p14:cNvPr>
              <p14:cNvContentPartPr/>
              <p14:nvPr/>
            </p14:nvContentPartPr>
            <p14:xfrm>
              <a:off x="2976201" y="780991"/>
              <a:ext cx="3911040" cy="8017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D924DC9-DDD8-6DB5-D07A-29C46DED5F1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970081" y="774871"/>
                <a:ext cx="3923280" cy="813960"/>
              </a:xfrm>
              <a:prstGeom prst="rect">
                <a:avLst/>
              </a:prstGeom>
            </p:spPr>
          </p:pic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DD3078A7-605F-E60A-37A1-636620666E69}"/>
              </a:ext>
            </a:extLst>
          </p:cNvPr>
          <p:cNvSpPr txBox="1"/>
          <p:nvPr/>
        </p:nvSpPr>
        <p:spPr>
          <a:xfrm>
            <a:off x="6885098" y="1298963"/>
            <a:ext cx="5177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000" dirty="0">
                <a:solidFill>
                  <a:srgbClr val="FF0000"/>
                </a:solidFill>
              </a:rPr>
              <a:t>You can choose time ascending or descending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269AF57-284A-C6E8-FD87-50A82C76CDC4}"/>
                  </a:ext>
                </a:extLst>
              </p14:cNvPr>
              <p14:cNvContentPartPr/>
              <p14:nvPr/>
            </p14:nvContentPartPr>
            <p14:xfrm>
              <a:off x="6736761" y="1459231"/>
              <a:ext cx="158760" cy="1886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269AF57-284A-C6E8-FD87-50A82C76CDC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730641" y="1453111"/>
                <a:ext cx="171000" cy="20088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D308F484-8E03-F5AC-5654-8B1954B23420}"/>
              </a:ext>
            </a:extLst>
          </p:cNvPr>
          <p:cNvSpPr txBox="1"/>
          <p:nvPr/>
        </p:nvSpPr>
        <p:spPr>
          <a:xfrm>
            <a:off x="6797518" y="2123373"/>
            <a:ext cx="5089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点击</a:t>
            </a:r>
            <a:r>
              <a:rPr lang="en-NZ" dirty="0">
                <a:hlinkClick r:id="rId37"/>
              </a:rPr>
              <a:t>Video Gallery</a:t>
            </a:r>
            <a:r>
              <a:rPr lang="zh-CN" altLang="en-US" dirty="0"/>
              <a:t>进入</a:t>
            </a:r>
            <a:endParaRPr lang="en-NZ" altLang="zh-CN" dirty="0"/>
          </a:p>
          <a:p>
            <a:r>
              <a:rPr lang="en-NZ" dirty="0"/>
              <a:t>https://www.firstlighttravel.com/new-zealand-video-gallery</a:t>
            </a:r>
          </a:p>
        </p:txBody>
      </p:sp>
    </p:spTree>
    <p:extLst>
      <p:ext uri="{BB962C8B-B14F-4D97-AF65-F5344CB8AC3E}">
        <p14:creationId xmlns:p14="http://schemas.microsoft.com/office/powerpoint/2010/main" val="1463782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C87D5-CC3D-A8DD-5760-E92881AB4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74" y="336884"/>
            <a:ext cx="4845205" cy="28065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https://guestnewzealand.com/</a:t>
            </a:r>
            <a:b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New Zealand Travel Planning</a:t>
            </a:r>
            <a:endParaRPr lang="en-US" sz="2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CFF0BD-31AC-DBAC-39A7-9909F7D55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696" r="1" b="1"/>
          <a:stretch>
            <a:fillRect/>
          </a:stretch>
        </p:blipFill>
        <p:spPr>
          <a:xfrm>
            <a:off x="5186554" y="163646"/>
            <a:ext cx="6806703" cy="2623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C8842-B869-9E91-DB71-03DE9A63A05C}"/>
              </a:ext>
            </a:extLst>
          </p:cNvPr>
          <p:cNvSpPr txBox="1"/>
          <p:nvPr/>
        </p:nvSpPr>
        <p:spPr>
          <a:xfrm>
            <a:off x="5656467" y="0"/>
            <a:ext cx="1931450" cy="673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Home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277AF5-E654-0A8B-D4CF-FB46CC7750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4" r="6999" b="-2"/>
          <a:stretch>
            <a:fillRect/>
          </a:stretch>
        </p:blipFill>
        <p:spPr>
          <a:xfrm>
            <a:off x="5186554" y="2956875"/>
            <a:ext cx="6806703" cy="33526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75C2044-AE85-104A-160C-EE50C5D551F3}"/>
                  </a:ext>
                </a:extLst>
              </p14:cNvPr>
              <p14:cNvContentPartPr/>
              <p14:nvPr/>
            </p14:nvContentPartPr>
            <p14:xfrm>
              <a:off x="1739601" y="2683591"/>
              <a:ext cx="360" cy="6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75C2044-AE85-104A-160C-EE50C5D551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3481" y="2677471"/>
                <a:ext cx="126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D39AF3D-90D2-C33A-56B4-0AE97D2FB4FB}"/>
                  </a:ext>
                </a:extLst>
              </p14:cNvPr>
              <p14:cNvContentPartPr/>
              <p14:nvPr/>
            </p14:nvContentPartPr>
            <p14:xfrm>
              <a:off x="4925241" y="4334551"/>
              <a:ext cx="7287840" cy="1906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D39AF3D-90D2-C33A-56B4-0AE97D2FB4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19121" y="4328431"/>
                <a:ext cx="7300080" cy="19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BCB1813-6ABF-550A-C07B-A18B6D3F231E}"/>
              </a:ext>
            </a:extLst>
          </p:cNvPr>
          <p:cNvGrpSpPr/>
          <p:nvPr/>
        </p:nvGrpSpPr>
        <p:grpSpPr>
          <a:xfrm>
            <a:off x="2816721" y="4144111"/>
            <a:ext cx="2167920" cy="914400"/>
            <a:chOff x="2816721" y="4144111"/>
            <a:chExt cx="2167920" cy="91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1895967-29FB-12C0-BE2F-9B51FA3910AC}"/>
                    </a:ext>
                  </a:extLst>
                </p14:cNvPr>
                <p14:cNvContentPartPr/>
                <p14:nvPr/>
              </p14:nvContentPartPr>
              <p14:xfrm>
                <a:off x="2844801" y="4276231"/>
                <a:ext cx="2139840" cy="782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1895967-29FB-12C0-BE2F-9B51FA3910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38681" y="4270111"/>
                  <a:ext cx="2152080" cy="79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84BAFE2-F6A0-7196-E4E9-E7ECF581E3E7}"/>
                    </a:ext>
                  </a:extLst>
                </p14:cNvPr>
                <p14:cNvContentPartPr/>
                <p14:nvPr/>
              </p14:nvContentPartPr>
              <p14:xfrm>
                <a:off x="2816721" y="4144111"/>
                <a:ext cx="190440" cy="293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84BAFE2-F6A0-7196-E4E9-E7ECF581E3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10601" y="4137991"/>
                  <a:ext cx="202680" cy="305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A3F9704-1DE1-847A-2659-EE631549C48C}"/>
              </a:ext>
            </a:extLst>
          </p:cNvPr>
          <p:cNvSpPr txBox="1"/>
          <p:nvPr/>
        </p:nvSpPr>
        <p:spPr>
          <a:xfrm>
            <a:off x="198891" y="3843389"/>
            <a:ext cx="31637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rgbClr val="FF0000"/>
                </a:solidFill>
              </a:rPr>
              <a:t>Home page</a:t>
            </a:r>
          </a:p>
          <a:p>
            <a:r>
              <a:rPr lang="en-NZ" sz="2400" dirty="0">
                <a:solidFill>
                  <a:srgbClr val="FF0000"/>
                </a:solidFill>
              </a:rPr>
              <a:t>NZ drive tours</a:t>
            </a:r>
          </a:p>
          <a:p>
            <a:r>
              <a:rPr lang="en-NZ" sz="2400" dirty="0">
                <a:solidFill>
                  <a:srgbClr val="FF0000"/>
                </a:solidFill>
              </a:rPr>
              <a:t>China drive tours</a:t>
            </a:r>
          </a:p>
          <a:p>
            <a:r>
              <a:rPr lang="en-NZ" sz="2400" dirty="0">
                <a:solidFill>
                  <a:srgbClr val="FF0000"/>
                </a:solidFill>
              </a:rPr>
              <a:t>China train travelling</a:t>
            </a:r>
          </a:p>
          <a:p>
            <a:r>
              <a:rPr lang="en-NZ" sz="2400" dirty="0">
                <a:solidFill>
                  <a:srgbClr val="FF0000"/>
                </a:solidFill>
              </a:rPr>
              <a:t>Summary</a:t>
            </a:r>
          </a:p>
          <a:p>
            <a:r>
              <a:rPr lang="zh-CN" altLang="en-US" sz="2400" dirty="0">
                <a:solidFill>
                  <a:srgbClr val="FF0000"/>
                </a:solidFill>
              </a:rPr>
              <a:t>五个页面的</a:t>
            </a:r>
            <a:r>
              <a:rPr lang="en-NZ" altLang="zh-CN" sz="2400" dirty="0">
                <a:solidFill>
                  <a:srgbClr val="FF0000"/>
                </a:solidFill>
              </a:rPr>
              <a:t>hyperlink</a:t>
            </a:r>
            <a:r>
              <a:rPr lang="zh-CN" altLang="en-US" sz="2400" dirty="0">
                <a:solidFill>
                  <a:srgbClr val="FF0000"/>
                </a:solidFill>
              </a:rPr>
              <a:t>放在</a:t>
            </a:r>
            <a:r>
              <a:rPr lang="en-NZ" altLang="zh-CN" sz="2400" dirty="0">
                <a:solidFill>
                  <a:srgbClr val="FF0000"/>
                </a:solidFill>
              </a:rPr>
              <a:t>top-nav bar</a:t>
            </a:r>
            <a:endParaRPr lang="en-NZ" sz="24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D11D48-7809-469A-EBC4-05A2A819F5BC}"/>
              </a:ext>
            </a:extLst>
          </p:cNvPr>
          <p:cNvSpPr txBox="1"/>
          <p:nvPr/>
        </p:nvSpPr>
        <p:spPr>
          <a:xfrm>
            <a:off x="198891" y="163646"/>
            <a:ext cx="410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800" dirty="0"/>
              <a:t>Option 2</a:t>
            </a:r>
          </a:p>
        </p:txBody>
      </p:sp>
    </p:spTree>
    <p:extLst>
      <p:ext uri="{BB962C8B-B14F-4D97-AF65-F5344CB8AC3E}">
        <p14:creationId xmlns:p14="http://schemas.microsoft.com/office/powerpoint/2010/main" val="257378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D8B12-D11F-64DE-2061-3F49826CA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Top-nav bar button clicked into 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26BCB2-043E-C3A9-105B-428651254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015" y="1563703"/>
            <a:ext cx="9983970" cy="464254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ADA9D5F-2822-EF84-8B51-362B33D66D47}"/>
              </a:ext>
            </a:extLst>
          </p:cNvPr>
          <p:cNvSpPr txBox="1"/>
          <p:nvPr/>
        </p:nvSpPr>
        <p:spPr>
          <a:xfrm>
            <a:off x="1799303" y="6206248"/>
            <a:ext cx="3465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视频介绍</a:t>
            </a:r>
            <a:endParaRPr lang="en-NZ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7225269-40C5-B571-69F3-089337097768}"/>
                  </a:ext>
                </a:extLst>
              </p14:cNvPr>
              <p14:cNvContentPartPr/>
              <p14:nvPr/>
            </p14:nvContentPartPr>
            <p14:xfrm>
              <a:off x="1266201" y="5322031"/>
              <a:ext cx="2998080" cy="666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7225269-40C5-B571-69F3-0893370977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0081" y="5315911"/>
                <a:ext cx="3010320" cy="67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F5B5D1A-DF98-FA57-1F06-BA81EAC63F8E}"/>
                  </a:ext>
                </a:extLst>
              </p14:cNvPr>
              <p14:cNvContentPartPr/>
              <p14:nvPr/>
            </p14:nvContentPartPr>
            <p14:xfrm>
              <a:off x="6422481" y="1709071"/>
              <a:ext cx="815040" cy="328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F5B5D1A-DF98-FA57-1F06-BA81EAC63F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16361" y="1702951"/>
                <a:ext cx="827280" cy="34092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A02ACAB6-8188-63F9-E361-94AC0DE219C0}"/>
              </a:ext>
            </a:extLst>
          </p:cNvPr>
          <p:cNvSpPr txBox="1"/>
          <p:nvPr/>
        </p:nvSpPr>
        <p:spPr>
          <a:xfrm>
            <a:off x="5881271" y="1333616"/>
            <a:ext cx="6098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000" dirty="0">
                <a:solidFill>
                  <a:srgbClr val="FF0000"/>
                </a:solidFill>
              </a:rPr>
              <a:t>You can choose time ascending or descending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346A7F-E1B4-1E90-697F-B41B42EB7D25}"/>
              </a:ext>
            </a:extLst>
          </p:cNvPr>
          <p:cNvSpPr txBox="1"/>
          <p:nvPr/>
        </p:nvSpPr>
        <p:spPr>
          <a:xfrm>
            <a:off x="4002796" y="6279005"/>
            <a:ext cx="7529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点击</a:t>
            </a:r>
            <a:r>
              <a:rPr lang="en-NZ" altLang="zh-CN" dirty="0"/>
              <a:t>Blog</a:t>
            </a:r>
            <a:r>
              <a:rPr lang="zh-CN" altLang="en-US" dirty="0"/>
              <a:t>进入</a:t>
            </a:r>
            <a:r>
              <a:rPr lang="en-US" altLang="zh-CN" dirty="0"/>
              <a:t>https://guestnewzealand.com/new-zealand-travel-blog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8587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5792-F2E0-C0A1-226C-76B2DCBC4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9141" y="109464"/>
            <a:ext cx="9318148" cy="1557953"/>
          </a:xfrm>
        </p:spPr>
        <p:txBody>
          <a:bodyPr>
            <a:normAutofit fontScale="90000"/>
          </a:bodyPr>
          <a:lstStyle/>
          <a:p>
            <a:r>
              <a:rPr lang="en-NZ" sz="3600" dirty="0"/>
              <a:t>https://www.framer.com/marketplace/templates/akira-sato/?utm_source=mstore&amp;via=usemuzli</a:t>
            </a:r>
            <a:br>
              <a:rPr lang="en-NZ" dirty="0"/>
            </a:br>
            <a:r>
              <a:rPr lang="en-NZ" b="1" dirty="0"/>
              <a:t>Akira Sato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D25D71-C1FF-4931-D7BA-8B94F9964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5257800" cy="5000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46A887-F04D-B045-2540-773DB3935990}"/>
              </a:ext>
            </a:extLst>
          </p:cNvPr>
          <p:cNvSpPr txBox="1"/>
          <p:nvPr/>
        </p:nvSpPr>
        <p:spPr>
          <a:xfrm>
            <a:off x="6692121" y="4646293"/>
            <a:ext cx="53884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200" dirty="0">
                <a:solidFill>
                  <a:srgbClr val="FF0000"/>
                </a:solidFill>
              </a:rPr>
              <a:t>Home page</a:t>
            </a:r>
          </a:p>
          <a:p>
            <a:r>
              <a:rPr lang="en-NZ" sz="2200" dirty="0">
                <a:solidFill>
                  <a:srgbClr val="FF0000"/>
                </a:solidFill>
              </a:rPr>
              <a:t>NZ drive tours</a:t>
            </a:r>
          </a:p>
          <a:p>
            <a:r>
              <a:rPr lang="en-NZ" sz="2200" dirty="0">
                <a:solidFill>
                  <a:srgbClr val="FF0000"/>
                </a:solidFill>
              </a:rPr>
              <a:t>China drive tours</a:t>
            </a:r>
          </a:p>
          <a:p>
            <a:r>
              <a:rPr lang="en-NZ" sz="2200" dirty="0">
                <a:solidFill>
                  <a:srgbClr val="FF0000"/>
                </a:solidFill>
              </a:rPr>
              <a:t>China train travelling</a:t>
            </a:r>
          </a:p>
          <a:p>
            <a:r>
              <a:rPr lang="en-NZ" sz="2200" dirty="0">
                <a:solidFill>
                  <a:srgbClr val="FF0000"/>
                </a:solidFill>
              </a:rPr>
              <a:t>Summary</a:t>
            </a:r>
          </a:p>
          <a:p>
            <a:r>
              <a:rPr lang="zh-CN" altLang="en-US" sz="2200" dirty="0">
                <a:solidFill>
                  <a:srgbClr val="FF0000"/>
                </a:solidFill>
              </a:rPr>
              <a:t>五个页面的</a:t>
            </a:r>
            <a:r>
              <a:rPr lang="en-NZ" altLang="zh-CN" sz="2200" dirty="0">
                <a:solidFill>
                  <a:srgbClr val="FF0000"/>
                </a:solidFill>
              </a:rPr>
              <a:t>hyperlink</a:t>
            </a:r>
            <a:r>
              <a:rPr lang="zh-CN" altLang="en-US" sz="2200" dirty="0">
                <a:solidFill>
                  <a:srgbClr val="FF0000"/>
                </a:solidFill>
              </a:rPr>
              <a:t>作为图片放在</a:t>
            </a:r>
            <a:r>
              <a:rPr lang="en-NZ" altLang="zh-CN" sz="2200" dirty="0">
                <a:solidFill>
                  <a:srgbClr val="FF0000"/>
                </a:solidFill>
              </a:rPr>
              <a:t>nav-bar</a:t>
            </a:r>
            <a:endParaRPr lang="en-NZ" sz="2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49F56D2-0F91-DDCF-CCF2-A7359CC1E8C1}"/>
                  </a:ext>
                </a:extLst>
              </p14:cNvPr>
              <p14:cNvContentPartPr/>
              <p14:nvPr/>
            </p14:nvContentPartPr>
            <p14:xfrm>
              <a:off x="690921" y="5891911"/>
              <a:ext cx="3556440" cy="878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49F56D2-0F91-DDCF-CCF2-A7359CC1E8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4801" y="5885791"/>
                <a:ext cx="3568680" cy="89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A4E99300-7ECA-F361-5238-AAD24521A3E6}"/>
              </a:ext>
            </a:extLst>
          </p:cNvPr>
          <p:cNvGrpSpPr/>
          <p:nvPr/>
        </p:nvGrpSpPr>
        <p:grpSpPr>
          <a:xfrm>
            <a:off x="4247361" y="5854471"/>
            <a:ext cx="2444760" cy="428400"/>
            <a:chOff x="4276521" y="5854471"/>
            <a:chExt cx="2415600" cy="42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DBD8391-5309-8FED-EE8B-F65A12ED1BFD}"/>
                    </a:ext>
                  </a:extLst>
                </p14:cNvPr>
                <p14:cNvContentPartPr/>
                <p14:nvPr/>
              </p14:nvContentPartPr>
              <p14:xfrm>
                <a:off x="4276521" y="5891911"/>
                <a:ext cx="2284920" cy="390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DBD8391-5309-8FED-EE8B-F65A12ED1B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70474" y="5885791"/>
                  <a:ext cx="2297013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86F2C4-D70F-425B-0907-9252FAF4907D}"/>
                    </a:ext>
                  </a:extLst>
                </p14:cNvPr>
                <p14:cNvContentPartPr/>
                <p14:nvPr/>
              </p14:nvContentPartPr>
              <p14:xfrm>
                <a:off x="6326721" y="5854471"/>
                <a:ext cx="365400" cy="203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86F2C4-D70F-425B-0907-9252FAF490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20678" y="5848351"/>
                  <a:ext cx="377485" cy="21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6635AD3-F7E9-20BA-E568-F0D2DC84F8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6721" y="1070967"/>
            <a:ext cx="5628930" cy="346094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8846587-D9AE-00B3-DD5A-DFD574B0D69E}"/>
              </a:ext>
            </a:extLst>
          </p:cNvPr>
          <p:cNvSpPr txBox="1"/>
          <p:nvPr/>
        </p:nvSpPr>
        <p:spPr>
          <a:xfrm>
            <a:off x="8726358" y="3750555"/>
            <a:ext cx="2858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8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3127CC-4A14-DDAE-0F1F-69B6F73055A2}"/>
              </a:ext>
            </a:extLst>
          </p:cNvPr>
          <p:cNvSpPr txBox="1"/>
          <p:nvPr/>
        </p:nvSpPr>
        <p:spPr>
          <a:xfrm>
            <a:off x="8074972" y="3077790"/>
            <a:ext cx="38806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00FF00"/>
                </a:solidFill>
              </a:rPr>
              <a:t>不要黑背景，改成绿的</a:t>
            </a:r>
            <a:endParaRPr lang="en-NZ" sz="2800" dirty="0">
              <a:solidFill>
                <a:srgbClr val="00FF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669D18B-0136-70FD-F4AB-6516C4E998E9}"/>
                  </a:ext>
                </a:extLst>
              </p14:cNvPr>
              <p14:cNvContentPartPr/>
              <p14:nvPr/>
            </p14:nvContentPartPr>
            <p14:xfrm>
              <a:off x="3679699" y="2426788"/>
              <a:ext cx="420383" cy="230838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669D18B-0136-70FD-F4AB-6516C4E998E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73586" y="2420675"/>
                <a:ext cx="432610" cy="243063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2241D5A-CE25-C4CE-F80B-1194B58CC06E}"/>
              </a:ext>
            </a:extLst>
          </p:cNvPr>
          <p:cNvSpPr txBox="1"/>
          <p:nvPr/>
        </p:nvSpPr>
        <p:spPr>
          <a:xfrm>
            <a:off x="1592448" y="2342152"/>
            <a:ext cx="1753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000" dirty="0">
                <a:solidFill>
                  <a:srgbClr val="FF0000"/>
                </a:solidFill>
              </a:rPr>
              <a:t>Heading nav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6CA24FE-8662-BC13-E8E7-958E9653777E}"/>
                  </a:ext>
                </a:extLst>
              </p14:cNvPr>
              <p14:cNvContentPartPr/>
              <p14:nvPr/>
            </p14:nvContentPartPr>
            <p14:xfrm>
              <a:off x="5010561" y="1695391"/>
              <a:ext cx="1114200" cy="3261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6CA24FE-8662-BC13-E8E7-958E965377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04441" y="1689271"/>
                <a:ext cx="1126440" cy="33840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3C950993-D86D-40AB-DF50-83E124D59092}"/>
              </a:ext>
            </a:extLst>
          </p:cNvPr>
          <p:cNvSpPr txBox="1"/>
          <p:nvPr/>
        </p:nvSpPr>
        <p:spPr>
          <a:xfrm>
            <a:off x="2433101" y="1680272"/>
            <a:ext cx="2661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rgbClr val="FF0000"/>
                </a:solidFill>
              </a:rPr>
              <a:t>Log in button (</a:t>
            </a:r>
            <a:r>
              <a:rPr lang="zh-CN" altLang="en-US" dirty="0">
                <a:solidFill>
                  <a:srgbClr val="FF0000"/>
                </a:solidFill>
              </a:rPr>
              <a:t>两种权限）</a:t>
            </a:r>
            <a:endParaRPr lang="en-NZ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账号登陆</a:t>
            </a:r>
            <a:endParaRPr lang="en-NZ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9CE32A-9925-5E2D-377B-66FF4BE9EE5B}"/>
              </a:ext>
            </a:extLst>
          </p:cNvPr>
          <p:cNvSpPr txBox="1"/>
          <p:nvPr/>
        </p:nvSpPr>
        <p:spPr>
          <a:xfrm>
            <a:off x="1120941" y="2873070"/>
            <a:ext cx="5388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rgbClr val="FF0000"/>
                </a:solidFill>
              </a:rPr>
              <a:t>You can choose time ascending or descending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44EBAF5-3486-0534-C91E-01FCEC847A68}"/>
                  </a:ext>
                </a:extLst>
              </p14:cNvPr>
              <p14:cNvContentPartPr/>
              <p14:nvPr/>
            </p14:nvContentPartPr>
            <p14:xfrm>
              <a:off x="3893121" y="2668831"/>
              <a:ext cx="360" cy="3250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44EBAF5-3486-0534-C91E-01FCEC847A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87001" y="2662711"/>
                <a:ext cx="1260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A51678E-A266-9064-8BF4-97F1F9D7948E}"/>
                  </a:ext>
                </a:extLst>
              </p14:cNvPr>
              <p14:cNvContentPartPr/>
              <p14:nvPr/>
            </p14:nvContentPartPr>
            <p14:xfrm>
              <a:off x="3819321" y="2846311"/>
              <a:ext cx="173520" cy="1303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A51678E-A266-9064-8BF4-97F1F9D7948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813201" y="2840191"/>
                <a:ext cx="185760" cy="14256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A2AEAF48-FDED-71D9-ADE2-3B182C1DE8A3}"/>
              </a:ext>
            </a:extLst>
          </p:cNvPr>
          <p:cNvSpPr txBox="1"/>
          <p:nvPr/>
        </p:nvSpPr>
        <p:spPr>
          <a:xfrm>
            <a:off x="305050" y="663273"/>
            <a:ext cx="1818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3200" dirty="0"/>
              <a:t>Option</a:t>
            </a:r>
            <a:r>
              <a:rPr lang="en-NZ" sz="2800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283134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3B2A7-D128-8180-1F8F-27EEC3CF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比方说该页面是新西兰自驾游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98A880-AD74-3340-C527-7BF6FDD33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31" y="1546890"/>
            <a:ext cx="5546999" cy="5158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DFCA26-2D36-D06B-0D51-45A202FAC5E2}"/>
              </a:ext>
            </a:extLst>
          </p:cNvPr>
          <p:cNvSpPr txBox="1"/>
          <p:nvPr/>
        </p:nvSpPr>
        <p:spPr>
          <a:xfrm>
            <a:off x="7548644" y="2181726"/>
            <a:ext cx="3756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该视频播放</a:t>
            </a:r>
            <a:endParaRPr lang="en-NZ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351BA9B-ED11-9C3E-2C1B-B09902E6D8F4}"/>
                  </a:ext>
                </a:extLst>
              </p14:cNvPr>
              <p14:cNvContentPartPr/>
              <p14:nvPr/>
            </p14:nvContentPartPr>
            <p14:xfrm>
              <a:off x="8804601" y="4394671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351BA9B-ED11-9C3E-2C1B-B09902E6D8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8481" y="438855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0AE9854-43C6-1D95-CD1C-2A13FDB68BFD}"/>
                  </a:ext>
                </a:extLst>
              </p14:cNvPr>
              <p14:cNvContentPartPr/>
              <p14:nvPr/>
            </p14:nvContentPartPr>
            <p14:xfrm>
              <a:off x="1978281" y="3162391"/>
              <a:ext cx="346320" cy="365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0AE9854-43C6-1D95-CD1C-2A13FDB68B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72161" y="3156271"/>
                <a:ext cx="358560" cy="37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DF7AA12-040C-72D1-48AD-226EC58A50CE}"/>
              </a:ext>
            </a:extLst>
          </p:cNvPr>
          <p:cNvGrpSpPr/>
          <p:nvPr/>
        </p:nvGrpSpPr>
        <p:grpSpPr>
          <a:xfrm>
            <a:off x="1147761" y="2636293"/>
            <a:ext cx="6357323" cy="2512578"/>
            <a:chOff x="1147761" y="2636293"/>
            <a:chExt cx="6357323" cy="251257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DF9684-E812-CD0E-8DB0-D3E14AA08560}"/>
                    </a:ext>
                  </a:extLst>
                </p14:cNvPr>
                <p14:cNvContentPartPr/>
                <p14:nvPr/>
              </p14:nvContentPartPr>
              <p14:xfrm>
                <a:off x="3079604" y="2636293"/>
                <a:ext cx="4425480" cy="1101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DF9684-E812-CD0E-8DB0-D3E14AA0856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73484" y="2630173"/>
                  <a:ext cx="4437720" cy="11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F320E1F-BE91-E69D-ADC0-4B3612B709CA}"/>
                    </a:ext>
                  </a:extLst>
                </p14:cNvPr>
                <p14:cNvContentPartPr/>
                <p14:nvPr/>
              </p14:nvContentPartPr>
              <p14:xfrm>
                <a:off x="3036044" y="3641053"/>
                <a:ext cx="176400" cy="187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F320E1F-BE91-E69D-ADC0-4B3612B709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29924" y="3634933"/>
                  <a:ext cx="1886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424245-279B-8AF0-022D-784AD482075E}"/>
                    </a:ext>
                  </a:extLst>
                </p14:cNvPr>
                <p14:cNvContentPartPr/>
                <p14:nvPr/>
              </p14:nvContentPartPr>
              <p14:xfrm>
                <a:off x="1147761" y="4054111"/>
                <a:ext cx="2054520" cy="1094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424245-279B-8AF0-022D-784AD48207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41641" y="4047991"/>
                  <a:ext cx="2066760" cy="11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E77450-6366-73A8-524F-8687CDF358F4}"/>
                    </a:ext>
                  </a:extLst>
                </p14:cNvPr>
                <p14:cNvContentPartPr/>
                <p14:nvPr/>
              </p14:nvContentPartPr>
              <p14:xfrm>
                <a:off x="3214521" y="3576391"/>
                <a:ext cx="4143240" cy="671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E77450-6366-73A8-524F-8687CDF358F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08401" y="3570271"/>
                  <a:ext cx="4155480" cy="683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A908ED0-B2DE-5F54-7349-A92D2575AAD0}"/>
              </a:ext>
            </a:extLst>
          </p:cNvPr>
          <p:cNvSpPr txBox="1"/>
          <p:nvPr/>
        </p:nvSpPr>
        <p:spPr>
          <a:xfrm>
            <a:off x="7357761" y="3345091"/>
            <a:ext cx="29804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该视频介绍</a:t>
            </a:r>
            <a:endParaRPr lang="en-NZ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189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9E3E-AB14-3BBD-93AF-7B98D30D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最终结果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0F1D6-854A-6E6E-54DE-CCE41FA27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Option 2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354126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651</TotalTime>
  <Words>329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inherit</vt:lpstr>
      <vt:lpstr>Aptos</vt:lpstr>
      <vt:lpstr>Aptos Display</vt:lpstr>
      <vt:lpstr>Arial</vt:lpstr>
      <vt:lpstr>Office Theme</vt:lpstr>
      <vt:lpstr>My proposal</vt:lpstr>
      <vt:lpstr>The following web pages are available for reference.</vt:lpstr>
      <vt:lpstr>https://www.firstlighttravel.com/ First Light Travel</vt:lpstr>
      <vt:lpstr>PowerPoint Presentation</vt:lpstr>
      <vt:lpstr>https://guestnewzealand.com/ New Zealand Travel Planning</vt:lpstr>
      <vt:lpstr>Top-nav bar button clicked into </vt:lpstr>
      <vt:lpstr>https://www.framer.com/marketplace/templates/akira-sato/?utm_source=mstore&amp;via=usemuzli Akira Sato</vt:lpstr>
      <vt:lpstr>比方说该页面是新西兰自驾游</vt:lpstr>
      <vt:lpstr>最终结果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Haoran Xin</dc:creator>
  <cp:lastModifiedBy>Haoran Xin</cp:lastModifiedBy>
  <cp:revision>50</cp:revision>
  <dcterms:created xsi:type="dcterms:W3CDTF">2026-09-04T22:37:59Z</dcterms:created>
  <dcterms:modified xsi:type="dcterms:W3CDTF">2026-09-05T09:29:56Z</dcterms:modified>
</cp:coreProperties>
</file>