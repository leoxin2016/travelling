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79873F-FC05-45D4-AF3D-EF7845073CCA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898A643-A358-40FA-B717-3EE98EA78DF4}">
      <dgm:prSet/>
      <dgm:spPr/>
      <dgm:t>
        <a:bodyPr/>
        <a:lstStyle/>
        <a:p>
          <a:r>
            <a:rPr lang="en-NZ"/>
            <a:t>Searching by:</a:t>
          </a:r>
          <a:endParaRPr lang="en-US"/>
        </a:p>
      </dgm:t>
    </dgm:pt>
    <dgm:pt modelId="{0FFFA211-C627-4E32-996F-D0FADABD74AB}" type="parTrans" cxnId="{8D561C3F-AAF8-4C10-9AB3-7D6C39D299F2}">
      <dgm:prSet/>
      <dgm:spPr/>
      <dgm:t>
        <a:bodyPr/>
        <a:lstStyle/>
        <a:p>
          <a:endParaRPr lang="en-US"/>
        </a:p>
      </dgm:t>
    </dgm:pt>
    <dgm:pt modelId="{A6CBC471-7680-4DEC-8052-DB25344E0F00}" type="sibTrans" cxnId="{8D561C3F-AAF8-4C10-9AB3-7D6C39D299F2}">
      <dgm:prSet/>
      <dgm:spPr/>
      <dgm:t>
        <a:bodyPr/>
        <a:lstStyle/>
        <a:p>
          <a:endParaRPr lang="en-US"/>
        </a:p>
      </dgm:t>
    </dgm:pt>
    <dgm:pt modelId="{47BDD8C1-E26E-496D-8B3B-E625FF8C1B55}">
      <dgm:prSet/>
      <dgm:spPr/>
      <dgm:t>
        <a:bodyPr/>
        <a:lstStyle/>
        <a:p>
          <a:r>
            <a:rPr lang="en-NZ"/>
            <a:t>Video ID</a:t>
          </a:r>
          <a:endParaRPr lang="en-US"/>
        </a:p>
      </dgm:t>
    </dgm:pt>
    <dgm:pt modelId="{183C4F8F-0EFA-45E0-A1D5-00248B154E13}" type="parTrans" cxnId="{F9D2A90D-2B3F-46F6-814C-B64048BC5DA2}">
      <dgm:prSet/>
      <dgm:spPr/>
      <dgm:t>
        <a:bodyPr/>
        <a:lstStyle/>
        <a:p>
          <a:endParaRPr lang="en-US"/>
        </a:p>
      </dgm:t>
    </dgm:pt>
    <dgm:pt modelId="{82E1DEDC-DC79-4796-8082-261ED89F8D91}" type="sibTrans" cxnId="{F9D2A90D-2B3F-46F6-814C-B64048BC5DA2}">
      <dgm:prSet/>
      <dgm:spPr/>
      <dgm:t>
        <a:bodyPr/>
        <a:lstStyle/>
        <a:p>
          <a:endParaRPr lang="en-US"/>
        </a:p>
      </dgm:t>
    </dgm:pt>
    <dgm:pt modelId="{D5E9024C-FB3B-42B0-B41E-9E83EF3CBE3E}">
      <dgm:prSet/>
      <dgm:spPr/>
      <dgm:t>
        <a:bodyPr/>
        <a:lstStyle/>
        <a:p>
          <a:r>
            <a:rPr lang="en-NZ" dirty="0"/>
            <a:t>Travelling Type</a:t>
          </a:r>
          <a:endParaRPr lang="en-US" dirty="0"/>
        </a:p>
      </dgm:t>
    </dgm:pt>
    <dgm:pt modelId="{99AD4801-5BAD-4FE6-9191-4F23DD7A0703}" type="parTrans" cxnId="{07E3674E-27CE-4A39-8C93-5D6EAAE23515}">
      <dgm:prSet/>
      <dgm:spPr/>
      <dgm:t>
        <a:bodyPr/>
        <a:lstStyle/>
        <a:p>
          <a:endParaRPr lang="en-US"/>
        </a:p>
      </dgm:t>
    </dgm:pt>
    <dgm:pt modelId="{A191801F-330D-46B0-9322-15523ABBFD46}" type="sibTrans" cxnId="{07E3674E-27CE-4A39-8C93-5D6EAAE23515}">
      <dgm:prSet/>
      <dgm:spPr/>
      <dgm:t>
        <a:bodyPr/>
        <a:lstStyle/>
        <a:p>
          <a:endParaRPr lang="en-US"/>
        </a:p>
      </dgm:t>
    </dgm:pt>
    <dgm:pt modelId="{D6370406-5823-4A0D-BB2E-B4299BF9D298}">
      <dgm:prSet/>
      <dgm:spPr/>
      <dgm:t>
        <a:bodyPr/>
        <a:lstStyle/>
        <a:p>
          <a:r>
            <a:rPr lang="en-NZ"/>
            <a:t>Video Category</a:t>
          </a:r>
          <a:endParaRPr lang="en-US"/>
        </a:p>
      </dgm:t>
    </dgm:pt>
    <dgm:pt modelId="{464548F9-327C-4D17-808D-50F560C5A3F3}" type="parTrans" cxnId="{B2AB3007-E1FB-4B7D-8878-E996259CD1FD}">
      <dgm:prSet/>
      <dgm:spPr/>
      <dgm:t>
        <a:bodyPr/>
        <a:lstStyle/>
        <a:p>
          <a:endParaRPr lang="en-US"/>
        </a:p>
      </dgm:t>
    </dgm:pt>
    <dgm:pt modelId="{DE4F2EFF-A6FA-48C8-99FD-4131678A4EE8}" type="sibTrans" cxnId="{B2AB3007-E1FB-4B7D-8878-E996259CD1FD}">
      <dgm:prSet/>
      <dgm:spPr/>
      <dgm:t>
        <a:bodyPr/>
        <a:lstStyle/>
        <a:p>
          <a:endParaRPr lang="en-US"/>
        </a:p>
      </dgm:t>
    </dgm:pt>
    <dgm:pt modelId="{F8FEC667-8A41-46C7-927B-648F39953873}" type="pres">
      <dgm:prSet presAssocID="{7879873F-FC05-45D4-AF3D-EF7845073CC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7847524-7E27-42AE-B875-3F777691871D}" type="pres">
      <dgm:prSet presAssocID="{1898A643-A358-40FA-B717-3EE98EA78DF4}" presName="hierRoot1" presStyleCnt="0"/>
      <dgm:spPr/>
    </dgm:pt>
    <dgm:pt modelId="{D652123B-FF83-4F64-9157-B5DE7198A6C7}" type="pres">
      <dgm:prSet presAssocID="{1898A643-A358-40FA-B717-3EE98EA78DF4}" presName="composite" presStyleCnt="0"/>
      <dgm:spPr/>
    </dgm:pt>
    <dgm:pt modelId="{E24E7192-8500-4898-9EA1-C679F1B03D15}" type="pres">
      <dgm:prSet presAssocID="{1898A643-A358-40FA-B717-3EE98EA78DF4}" presName="background" presStyleLbl="node0" presStyleIdx="0" presStyleCnt="1"/>
      <dgm:spPr/>
    </dgm:pt>
    <dgm:pt modelId="{3A1619F4-BB65-4783-A5F3-F4AD81A0646A}" type="pres">
      <dgm:prSet presAssocID="{1898A643-A358-40FA-B717-3EE98EA78DF4}" presName="text" presStyleLbl="fgAcc0" presStyleIdx="0" presStyleCnt="1">
        <dgm:presLayoutVars>
          <dgm:chPref val="3"/>
        </dgm:presLayoutVars>
      </dgm:prSet>
      <dgm:spPr/>
    </dgm:pt>
    <dgm:pt modelId="{93752901-583D-4330-94C5-8C925CF24987}" type="pres">
      <dgm:prSet presAssocID="{1898A643-A358-40FA-B717-3EE98EA78DF4}" presName="hierChild2" presStyleCnt="0"/>
      <dgm:spPr/>
    </dgm:pt>
    <dgm:pt modelId="{C8640686-4FCA-4C7D-A6A3-64A83B28611E}" type="pres">
      <dgm:prSet presAssocID="{183C4F8F-0EFA-45E0-A1D5-00248B154E13}" presName="Name10" presStyleLbl="parChTrans1D2" presStyleIdx="0" presStyleCnt="3"/>
      <dgm:spPr/>
    </dgm:pt>
    <dgm:pt modelId="{60BC9FCD-5974-4347-9423-AFC849F6932F}" type="pres">
      <dgm:prSet presAssocID="{47BDD8C1-E26E-496D-8B3B-E625FF8C1B55}" presName="hierRoot2" presStyleCnt="0"/>
      <dgm:spPr/>
    </dgm:pt>
    <dgm:pt modelId="{049524BF-D84B-43FF-A6EB-CD8263DEC33B}" type="pres">
      <dgm:prSet presAssocID="{47BDD8C1-E26E-496D-8B3B-E625FF8C1B55}" presName="composite2" presStyleCnt="0"/>
      <dgm:spPr/>
    </dgm:pt>
    <dgm:pt modelId="{35F01020-6FE7-4FE5-9419-2BAF1B65E3BF}" type="pres">
      <dgm:prSet presAssocID="{47BDD8C1-E26E-496D-8B3B-E625FF8C1B55}" presName="background2" presStyleLbl="node2" presStyleIdx="0" presStyleCnt="3"/>
      <dgm:spPr/>
    </dgm:pt>
    <dgm:pt modelId="{D2BB47A8-C4EF-4AB1-B435-EDE9B04BAB84}" type="pres">
      <dgm:prSet presAssocID="{47BDD8C1-E26E-496D-8B3B-E625FF8C1B55}" presName="text2" presStyleLbl="fgAcc2" presStyleIdx="0" presStyleCnt="3">
        <dgm:presLayoutVars>
          <dgm:chPref val="3"/>
        </dgm:presLayoutVars>
      </dgm:prSet>
      <dgm:spPr/>
    </dgm:pt>
    <dgm:pt modelId="{353691B9-FC34-4939-974B-580232D15427}" type="pres">
      <dgm:prSet presAssocID="{47BDD8C1-E26E-496D-8B3B-E625FF8C1B55}" presName="hierChild3" presStyleCnt="0"/>
      <dgm:spPr/>
    </dgm:pt>
    <dgm:pt modelId="{643D27E9-6F62-426C-B2F3-668B375D5247}" type="pres">
      <dgm:prSet presAssocID="{99AD4801-5BAD-4FE6-9191-4F23DD7A0703}" presName="Name10" presStyleLbl="parChTrans1D2" presStyleIdx="1" presStyleCnt="3"/>
      <dgm:spPr/>
    </dgm:pt>
    <dgm:pt modelId="{F71C4BBE-D8C7-4E52-A7EE-99B3725FA32A}" type="pres">
      <dgm:prSet presAssocID="{D5E9024C-FB3B-42B0-B41E-9E83EF3CBE3E}" presName="hierRoot2" presStyleCnt="0"/>
      <dgm:spPr/>
    </dgm:pt>
    <dgm:pt modelId="{EE0000C6-F74E-49DC-8EBC-DF2328B00810}" type="pres">
      <dgm:prSet presAssocID="{D5E9024C-FB3B-42B0-B41E-9E83EF3CBE3E}" presName="composite2" presStyleCnt="0"/>
      <dgm:spPr/>
    </dgm:pt>
    <dgm:pt modelId="{B7439115-6A8A-4E66-9F82-D3114D90FE43}" type="pres">
      <dgm:prSet presAssocID="{D5E9024C-FB3B-42B0-B41E-9E83EF3CBE3E}" presName="background2" presStyleLbl="node2" presStyleIdx="1" presStyleCnt="3"/>
      <dgm:spPr/>
    </dgm:pt>
    <dgm:pt modelId="{00069DE7-8ED5-4D95-B2F2-DCB84F30B359}" type="pres">
      <dgm:prSet presAssocID="{D5E9024C-FB3B-42B0-B41E-9E83EF3CBE3E}" presName="text2" presStyleLbl="fgAcc2" presStyleIdx="1" presStyleCnt="3">
        <dgm:presLayoutVars>
          <dgm:chPref val="3"/>
        </dgm:presLayoutVars>
      </dgm:prSet>
      <dgm:spPr/>
    </dgm:pt>
    <dgm:pt modelId="{FE4C49D0-E5FB-40C1-A3B1-AADD5B437CE5}" type="pres">
      <dgm:prSet presAssocID="{D5E9024C-FB3B-42B0-B41E-9E83EF3CBE3E}" presName="hierChild3" presStyleCnt="0"/>
      <dgm:spPr/>
    </dgm:pt>
    <dgm:pt modelId="{0AA49962-7C77-474D-B013-7E2A63CE4870}" type="pres">
      <dgm:prSet presAssocID="{464548F9-327C-4D17-808D-50F560C5A3F3}" presName="Name10" presStyleLbl="parChTrans1D2" presStyleIdx="2" presStyleCnt="3"/>
      <dgm:spPr/>
    </dgm:pt>
    <dgm:pt modelId="{FFC36313-9E63-4D93-AF92-0512084F5AA9}" type="pres">
      <dgm:prSet presAssocID="{D6370406-5823-4A0D-BB2E-B4299BF9D298}" presName="hierRoot2" presStyleCnt="0"/>
      <dgm:spPr/>
    </dgm:pt>
    <dgm:pt modelId="{57D58A10-C091-45FD-A7EF-D56C3145E716}" type="pres">
      <dgm:prSet presAssocID="{D6370406-5823-4A0D-BB2E-B4299BF9D298}" presName="composite2" presStyleCnt="0"/>
      <dgm:spPr/>
    </dgm:pt>
    <dgm:pt modelId="{A481195F-BAA6-4A2F-9804-C422F75D9B8D}" type="pres">
      <dgm:prSet presAssocID="{D6370406-5823-4A0D-BB2E-B4299BF9D298}" presName="background2" presStyleLbl="node2" presStyleIdx="2" presStyleCnt="3"/>
      <dgm:spPr/>
    </dgm:pt>
    <dgm:pt modelId="{26CAA3DE-9592-422F-8C80-D47D6F639D2F}" type="pres">
      <dgm:prSet presAssocID="{D6370406-5823-4A0D-BB2E-B4299BF9D298}" presName="text2" presStyleLbl="fgAcc2" presStyleIdx="2" presStyleCnt="3">
        <dgm:presLayoutVars>
          <dgm:chPref val="3"/>
        </dgm:presLayoutVars>
      </dgm:prSet>
      <dgm:spPr/>
    </dgm:pt>
    <dgm:pt modelId="{4979E088-5FB5-4653-A1E5-2271926874B8}" type="pres">
      <dgm:prSet presAssocID="{D6370406-5823-4A0D-BB2E-B4299BF9D298}" presName="hierChild3" presStyleCnt="0"/>
      <dgm:spPr/>
    </dgm:pt>
  </dgm:ptLst>
  <dgm:cxnLst>
    <dgm:cxn modelId="{B2AB3007-E1FB-4B7D-8878-E996259CD1FD}" srcId="{1898A643-A358-40FA-B717-3EE98EA78DF4}" destId="{D6370406-5823-4A0D-BB2E-B4299BF9D298}" srcOrd="2" destOrd="0" parTransId="{464548F9-327C-4D17-808D-50F560C5A3F3}" sibTransId="{DE4F2EFF-A6FA-48C8-99FD-4131678A4EE8}"/>
    <dgm:cxn modelId="{F9D2A90D-2B3F-46F6-814C-B64048BC5DA2}" srcId="{1898A643-A358-40FA-B717-3EE98EA78DF4}" destId="{47BDD8C1-E26E-496D-8B3B-E625FF8C1B55}" srcOrd="0" destOrd="0" parTransId="{183C4F8F-0EFA-45E0-A1D5-00248B154E13}" sibTransId="{82E1DEDC-DC79-4796-8082-261ED89F8D91}"/>
    <dgm:cxn modelId="{E6552710-F8D2-41BB-89C2-0C6B0236A991}" type="presOf" srcId="{7879873F-FC05-45D4-AF3D-EF7845073CCA}" destId="{F8FEC667-8A41-46C7-927B-648F39953873}" srcOrd="0" destOrd="0" presId="urn:microsoft.com/office/officeart/2005/8/layout/hierarchy1"/>
    <dgm:cxn modelId="{A5C05F23-E876-4A9F-B0DC-E928792E65CC}" type="presOf" srcId="{D5E9024C-FB3B-42B0-B41E-9E83EF3CBE3E}" destId="{00069DE7-8ED5-4D95-B2F2-DCB84F30B359}" srcOrd="0" destOrd="0" presId="urn:microsoft.com/office/officeart/2005/8/layout/hierarchy1"/>
    <dgm:cxn modelId="{B61B9232-944F-47E5-86CD-8477C8EBC531}" type="presOf" srcId="{183C4F8F-0EFA-45E0-A1D5-00248B154E13}" destId="{C8640686-4FCA-4C7D-A6A3-64A83B28611E}" srcOrd="0" destOrd="0" presId="urn:microsoft.com/office/officeart/2005/8/layout/hierarchy1"/>
    <dgm:cxn modelId="{8D561C3F-AAF8-4C10-9AB3-7D6C39D299F2}" srcId="{7879873F-FC05-45D4-AF3D-EF7845073CCA}" destId="{1898A643-A358-40FA-B717-3EE98EA78DF4}" srcOrd="0" destOrd="0" parTransId="{0FFFA211-C627-4E32-996F-D0FADABD74AB}" sibTransId="{A6CBC471-7680-4DEC-8052-DB25344E0F00}"/>
    <dgm:cxn modelId="{07E3674E-27CE-4A39-8C93-5D6EAAE23515}" srcId="{1898A643-A358-40FA-B717-3EE98EA78DF4}" destId="{D5E9024C-FB3B-42B0-B41E-9E83EF3CBE3E}" srcOrd="1" destOrd="0" parTransId="{99AD4801-5BAD-4FE6-9191-4F23DD7A0703}" sibTransId="{A191801F-330D-46B0-9322-15523ABBFD46}"/>
    <dgm:cxn modelId="{1EE52B50-3CD5-4FB3-82BE-09AEE3D54F09}" type="presOf" srcId="{99AD4801-5BAD-4FE6-9191-4F23DD7A0703}" destId="{643D27E9-6F62-426C-B2F3-668B375D5247}" srcOrd="0" destOrd="0" presId="urn:microsoft.com/office/officeart/2005/8/layout/hierarchy1"/>
    <dgm:cxn modelId="{2C0BE054-29ED-42F8-9453-0A973D0F4598}" type="presOf" srcId="{464548F9-327C-4D17-808D-50F560C5A3F3}" destId="{0AA49962-7C77-474D-B013-7E2A63CE4870}" srcOrd="0" destOrd="0" presId="urn:microsoft.com/office/officeart/2005/8/layout/hierarchy1"/>
    <dgm:cxn modelId="{3EC0B58A-97E1-4138-B327-F7F2289D2891}" type="presOf" srcId="{D6370406-5823-4A0D-BB2E-B4299BF9D298}" destId="{26CAA3DE-9592-422F-8C80-D47D6F639D2F}" srcOrd="0" destOrd="0" presId="urn:microsoft.com/office/officeart/2005/8/layout/hierarchy1"/>
    <dgm:cxn modelId="{21D9D5EE-5AFA-4FA0-B8EC-021506A63F0E}" type="presOf" srcId="{47BDD8C1-E26E-496D-8B3B-E625FF8C1B55}" destId="{D2BB47A8-C4EF-4AB1-B435-EDE9B04BAB84}" srcOrd="0" destOrd="0" presId="urn:microsoft.com/office/officeart/2005/8/layout/hierarchy1"/>
    <dgm:cxn modelId="{0B6770F8-EC51-44A8-B7EA-4811CFF0F6FF}" type="presOf" srcId="{1898A643-A358-40FA-B717-3EE98EA78DF4}" destId="{3A1619F4-BB65-4783-A5F3-F4AD81A0646A}" srcOrd="0" destOrd="0" presId="urn:microsoft.com/office/officeart/2005/8/layout/hierarchy1"/>
    <dgm:cxn modelId="{DCE65B26-4AA0-4037-AFFA-25C7A3FA2B39}" type="presParOf" srcId="{F8FEC667-8A41-46C7-927B-648F39953873}" destId="{27847524-7E27-42AE-B875-3F777691871D}" srcOrd="0" destOrd="0" presId="urn:microsoft.com/office/officeart/2005/8/layout/hierarchy1"/>
    <dgm:cxn modelId="{0570E9A4-1C0C-4A08-9393-0169B7CA7C13}" type="presParOf" srcId="{27847524-7E27-42AE-B875-3F777691871D}" destId="{D652123B-FF83-4F64-9157-B5DE7198A6C7}" srcOrd="0" destOrd="0" presId="urn:microsoft.com/office/officeart/2005/8/layout/hierarchy1"/>
    <dgm:cxn modelId="{9B228C4B-9AE8-4507-877B-C814C6A16A1B}" type="presParOf" srcId="{D652123B-FF83-4F64-9157-B5DE7198A6C7}" destId="{E24E7192-8500-4898-9EA1-C679F1B03D15}" srcOrd="0" destOrd="0" presId="urn:microsoft.com/office/officeart/2005/8/layout/hierarchy1"/>
    <dgm:cxn modelId="{7563ACB6-C92E-48E3-9587-4AD242606663}" type="presParOf" srcId="{D652123B-FF83-4F64-9157-B5DE7198A6C7}" destId="{3A1619F4-BB65-4783-A5F3-F4AD81A0646A}" srcOrd="1" destOrd="0" presId="urn:microsoft.com/office/officeart/2005/8/layout/hierarchy1"/>
    <dgm:cxn modelId="{48619BE9-A56A-4793-8CC5-AC6C0909FBFA}" type="presParOf" srcId="{27847524-7E27-42AE-B875-3F777691871D}" destId="{93752901-583D-4330-94C5-8C925CF24987}" srcOrd="1" destOrd="0" presId="urn:microsoft.com/office/officeart/2005/8/layout/hierarchy1"/>
    <dgm:cxn modelId="{A8281DC9-79A8-431F-8E0F-6B7122C19D8F}" type="presParOf" srcId="{93752901-583D-4330-94C5-8C925CF24987}" destId="{C8640686-4FCA-4C7D-A6A3-64A83B28611E}" srcOrd="0" destOrd="0" presId="urn:microsoft.com/office/officeart/2005/8/layout/hierarchy1"/>
    <dgm:cxn modelId="{8A8E3DC6-3E1F-40BE-A325-93B3AA7314ED}" type="presParOf" srcId="{93752901-583D-4330-94C5-8C925CF24987}" destId="{60BC9FCD-5974-4347-9423-AFC849F6932F}" srcOrd="1" destOrd="0" presId="urn:microsoft.com/office/officeart/2005/8/layout/hierarchy1"/>
    <dgm:cxn modelId="{F832531F-3A78-4C3D-9377-F0F53462494D}" type="presParOf" srcId="{60BC9FCD-5974-4347-9423-AFC849F6932F}" destId="{049524BF-D84B-43FF-A6EB-CD8263DEC33B}" srcOrd="0" destOrd="0" presId="urn:microsoft.com/office/officeart/2005/8/layout/hierarchy1"/>
    <dgm:cxn modelId="{9BDEBD99-E849-4388-952E-A1E0E4050753}" type="presParOf" srcId="{049524BF-D84B-43FF-A6EB-CD8263DEC33B}" destId="{35F01020-6FE7-4FE5-9419-2BAF1B65E3BF}" srcOrd="0" destOrd="0" presId="urn:microsoft.com/office/officeart/2005/8/layout/hierarchy1"/>
    <dgm:cxn modelId="{B614AD38-B3B7-4AED-99F8-BAA4E31B2B85}" type="presParOf" srcId="{049524BF-D84B-43FF-A6EB-CD8263DEC33B}" destId="{D2BB47A8-C4EF-4AB1-B435-EDE9B04BAB84}" srcOrd="1" destOrd="0" presId="urn:microsoft.com/office/officeart/2005/8/layout/hierarchy1"/>
    <dgm:cxn modelId="{8D45340C-7E97-477E-84A0-F4322C5A47A7}" type="presParOf" srcId="{60BC9FCD-5974-4347-9423-AFC849F6932F}" destId="{353691B9-FC34-4939-974B-580232D15427}" srcOrd="1" destOrd="0" presId="urn:microsoft.com/office/officeart/2005/8/layout/hierarchy1"/>
    <dgm:cxn modelId="{A10A09BE-CCA2-45B0-894C-CB97D2134E5C}" type="presParOf" srcId="{93752901-583D-4330-94C5-8C925CF24987}" destId="{643D27E9-6F62-426C-B2F3-668B375D5247}" srcOrd="2" destOrd="0" presId="urn:microsoft.com/office/officeart/2005/8/layout/hierarchy1"/>
    <dgm:cxn modelId="{6355A185-A3F6-4A1F-8381-C521A8150784}" type="presParOf" srcId="{93752901-583D-4330-94C5-8C925CF24987}" destId="{F71C4BBE-D8C7-4E52-A7EE-99B3725FA32A}" srcOrd="3" destOrd="0" presId="urn:microsoft.com/office/officeart/2005/8/layout/hierarchy1"/>
    <dgm:cxn modelId="{35BCCBAD-E861-43A7-8BF8-3AC47E65CBE4}" type="presParOf" srcId="{F71C4BBE-D8C7-4E52-A7EE-99B3725FA32A}" destId="{EE0000C6-F74E-49DC-8EBC-DF2328B00810}" srcOrd="0" destOrd="0" presId="urn:microsoft.com/office/officeart/2005/8/layout/hierarchy1"/>
    <dgm:cxn modelId="{99C4BF30-1622-4704-BACC-F397E52DBC05}" type="presParOf" srcId="{EE0000C6-F74E-49DC-8EBC-DF2328B00810}" destId="{B7439115-6A8A-4E66-9F82-D3114D90FE43}" srcOrd="0" destOrd="0" presId="urn:microsoft.com/office/officeart/2005/8/layout/hierarchy1"/>
    <dgm:cxn modelId="{57CD87B2-A040-4A9D-BB4A-04E86920DFF1}" type="presParOf" srcId="{EE0000C6-F74E-49DC-8EBC-DF2328B00810}" destId="{00069DE7-8ED5-4D95-B2F2-DCB84F30B359}" srcOrd="1" destOrd="0" presId="urn:microsoft.com/office/officeart/2005/8/layout/hierarchy1"/>
    <dgm:cxn modelId="{1BC0D168-BAD0-4181-8713-98E1C4CF1EC7}" type="presParOf" srcId="{F71C4BBE-D8C7-4E52-A7EE-99B3725FA32A}" destId="{FE4C49D0-E5FB-40C1-A3B1-AADD5B437CE5}" srcOrd="1" destOrd="0" presId="urn:microsoft.com/office/officeart/2005/8/layout/hierarchy1"/>
    <dgm:cxn modelId="{9BAFE609-2C8F-448B-ADD3-B19E1094436B}" type="presParOf" srcId="{93752901-583D-4330-94C5-8C925CF24987}" destId="{0AA49962-7C77-474D-B013-7E2A63CE4870}" srcOrd="4" destOrd="0" presId="urn:microsoft.com/office/officeart/2005/8/layout/hierarchy1"/>
    <dgm:cxn modelId="{451AD6C3-B020-49C9-A5A9-4D59E70DDF9E}" type="presParOf" srcId="{93752901-583D-4330-94C5-8C925CF24987}" destId="{FFC36313-9E63-4D93-AF92-0512084F5AA9}" srcOrd="5" destOrd="0" presId="urn:microsoft.com/office/officeart/2005/8/layout/hierarchy1"/>
    <dgm:cxn modelId="{8D58AAD2-0101-4121-9205-1D39B0E39FD7}" type="presParOf" srcId="{FFC36313-9E63-4D93-AF92-0512084F5AA9}" destId="{57D58A10-C091-45FD-A7EF-D56C3145E716}" srcOrd="0" destOrd="0" presId="urn:microsoft.com/office/officeart/2005/8/layout/hierarchy1"/>
    <dgm:cxn modelId="{EACB16B6-F3CA-42AA-B97A-2622CD316DAA}" type="presParOf" srcId="{57D58A10-C091-45FD-A7EF-D56C3145E716}" destId="{A481195F-BAA6-4A2F-9804-C422F75D9B8D}" srcOrd="0" destOrd="0" presId="urn:microsoft.com/office/officeart/2005/8/layout/hierarchy1"/>
    <dgm:cxn modelId="{8081E07D-D767-4ADB-BB30-2EF482E1FD33}" type="presParOf" srcId="{57D58A10-C091-45FD-A7EF-D56C3145E716}" destId="{26CAA3DE-9592-422F-8C80-D47D6F639D2F}" srcOrd="1" destOrd="0" presId="urn:microsoft.com/office/officeart/2005/8/layout/hierarchy1"/>
    <dgm:cxn modelId="{35E3C117-5B46-438E-8187-9E50C35E6FDD}" type="presParOf" srcId="{FFC36313-9E63-4D93-AF92-0512084F5AA9}" destId="{4979E088-5FB5-4653-A1E5-2271926874B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49962-7C77-474D-B013-7E2A63CE4870}">
      <dsp:nvSpPr>
        <dsp:cNvPr id="0" name=""/>
        <dsp:cNvSpPr/>
      </dsp:nvSpPr>
      <dsp:spPr>
        <a:xfrm>
          <a:off x="5340923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2705811" y="438771"/>
              </a:lnTo>
              <a:lnTo>
                <a:pt x="2705811" y="64386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D27E9-6F62-426C-B2F3-668B375D5247}">
      <dsp:nvSpPr>
        <dsp:cNvPr id="0" name=""/>
        <dsp:cNvSpPr/>
      </dsp:nvSpPr>
      <dsp:spPr>
        <a:xfrm>
          <a:off x="5295203" y="1405930"/>
          <a:ext cx="91440" cy="643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386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640686-4FCA-4C7D-A6A3-64A83B28611E}">
      <dsp:nvSpPr>
        <dsp:cNvPr id="0" name=""/>
        <dsp:cNvSpPr/>
      </dsp:nvSpPr>
      <dsp:spPr>
        <a:xfrm>
          <a:off x="2635111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2705811" y="0"/>
              </a:moveTo>
              <a:lnTo>
                <a:pt x="2705811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4E7192-8500-4898-9EA1-C679F1B03D15}">
      <dsp:nvSpPr>
        <dsp:cNvPr id="0" name=""/>
        <dsp:cNvSpPr/>
      </dsp:nvSpPr>
      <dsp:spPr>
        <a:xfrm>
          <a:off x="4234000" y="138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619F4-BB65-4783-A5F3-F4AD81A0646A}">
      <dsp:nvSpPr>
        <dsp:cNvPr id="0" name=""/>
        <dsp:cNvSpPr/>
      </dsp:nvSpPr>
      <dsp:spPr>
        <a:xfrm>
          <a:off x="4479983" y="233822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400" kern="1200"/>
            <a:t>Searching by:</a:t>
          </a:r>
          <a:endParaRPr lang="en-US" sz="3400" kern="1200"/>
        </a:p>
      </dsp:txBody>
      <dsp:txXfrm>
        <a:off x="4521157" y="274996"/>
        <a:ext cx="2131497" cy="1323444"/>
      </dsp:txXfrm>
    </dsp:sp>
    <dsp:sp modelId="{35F01020-6FE7-4FE5-9419-2BAF1B65E3BF}">
      <dsp:nvSpPr>
        <dsp:cNvPr id="0" name=""/>
        <dsp:cNvSpPr/>
      </dsp:nvSpPr>
      <dsp:spPr>
        <a:xfrm>
          <a:off x="1528188" y="2049790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BB47A8-C4EF-4AB1-B435-EDE9B04BAB84}">
      <dsp:nvSpPr>
        <dsp:cNvPr id="0" name=""/>
        <dsp:cNvSpPr/>
      </dsp:nvSpPr>
      <dsp:spPr>
        <a:xfrm>
          <a:off x="1774171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400" kern="1200"/>
            <a:t>Video ID</a:t>
          </a:r>
          <a:endParaRPr lang="en-US" sz="3400" kern="1200"/>
        </a:p>
      </dsp:txBody>
      <dsp:txXfrm>
        <a:off x="1815345" y="2324648"/>
        <a:ext cx="2131497" cy="1323444"/>
      </dsp:txXfrm>
    </dsp:sp>
    <dsp:sp modelId="{B7439115-6A8A-4E66-9F82-D3114D90FE43}">
      <dsp:nvSpPr>
        <dsp:cNvPr id="0" name=""/>
        <dsp:cNvSpPr/>
      </dsp:nvSpPr>
      <dsp:spPr>
        <a:xfrm>
          <a:off x="4234000" y="2049790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69DE7-8ED5-4D95-B2F2-DCB84F30B359}">
      <dsp:nvSpPr>
        <dsp:cNvPr id="0" name=""/>
        <dsp:cNvSpPr/>
      </dsp:nvSpPr>
      <dsp:spPr>
        <a:xfrm>
          <a:off x="4479983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400" kern="1200" dirty="0"/>
            <a:t>Travelling Type</a:t>
          </a:r>
          <a:endParaRPr lang="en-US" sz="3400" kern="1200" dirty="0"/>
        </a:p>
      </dsp:txBody>
      <dsp:txXfrm>
        <a:off x="4521157" y="2324648"/>
        <a:ext cx="2131497" cy="1323444"/>
      </dsp:txXfrm>
    </dsp:sp>
    <dsp:sp modelId="{A481195F-BAA6-4A2F-9804-C422F75D9B8D}">
      <dsp:nvSpPr>
        <dsp:cNvPr id="0" name=""/>
        <dsp:cNvSpPr/>
      </dsp:nvSpPr>
      <dsp:spPr>
        <a:xfrm>
          <a:off x="6939811" y="2049790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CAA3DE-9592-422F-8C80-D47D6F639D2F}">
      <dsp:nvSpPr>
        <dsp:cNvPr id="0" name=""/>
        <dsp:cNvSpPr/>
      </dsp:nvSpPr>
      <dsp:spPr>
        <a:xfrm>
          <a:off x="7185794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Z" sz="3400" kern="1200"/>
            <a:t>Video Category</a:t>
          </a:r>
          <a:endParaRPr lang="en-US" sz="3400" kern="1200"/>
        </a:p>
      </dsp:txBody>
      <dsp:txXfrm>
        <a:off x="7226968" y="2324648"/>
        <a:ext cx="2131497" cy="13234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19:08.77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674 0 24575,'-429'94'0,"412"-90"0,0 1 0,1 1 0,0 1 0,0 0 0,0 1 0,1 0 0,0 1 0,0 1 0,1 1 0,-24 23 0,33-29 0,0 1 0,0 0 0,1 0 0,0 0 0,0 1 0,0-1 0,1 1 0,0 0 0,0 0 0,1 0 0,0 0 0,0 1 0,1-1 0,-1 1 0,2-1 0,-1 1 0,1-1 0,0 1 0,1-1 0,0 1 0,0-1 0,0 1 0,1-1 0,0 0 0,1 0 0,-1 0 0,6 10 0,4 5 0,1 0 0,0-1 0,1 0 0,2-1 0,0-1 0,1-1 0,0 0 0,2-1 0,0-1 0,1-1 0,39 24 0,-22-20 0,0-2 0,1-1 0,1-2 0,0-2 0,1-1 0,58 7 0,37 3 0,225 5 0,-245-27 0,-1-2 0,190 22 0,-91 1 0,340-12 0,-323-10 0,-158-2 0,-1-3 0,114-25 0,-107 15 0,135-9 0,343 28 0,-354 18 0,60 2 0,-212-22 0,-1-2 0,0-3 0,68-14 0,-32 7 0,-64 11 0,-1-2 0,0 0 0,37-11 0,-51 12 0,0-1 0,1 0 0,-2 0 0,1 0 0,0-1 0,-1 0 0,1 0 0,-1 0 0,0-1 0,0 1 0,-1-1 0,0-1 0,0 1 0,0 0 0,6-13 0,-2 0 0,-1 0 0,-1-1 0,0 1 0,-2-1 0,0-1 0,-1 1 0,0-21 0,-1-10 0,-7-76 0,4 119 0,0 1 0,0 0 0,0-1 0,-1 1 0,0 0 0,0 0 0,0 0 0,-1 0 0,0 1 0,0-1 0,-1 1 0,1-1 0,-1 1 0,0 0 0,-1 1 0,1-1 0,-1 1 0,-9-7 0,-2 1 0,0 1 0,-1 1 0,0 0 0,-1 1 0,-20-5 0,1 2 0,0 1 0,0 3 0,-75-5 0,-117 13 0,95 1 0,27-3 0,1-1 0,-164 19 0,172-4 0,0-5 0,0-4 0,0-4 0,-1-4 0,1-5 0,-163-34 0,192 28 0,-1 3 0,-106-4 0,-142 16 0,118 2 0,-26-5 0,-264 6 0,307 17 0,118-11 0,-87 2 0,71-13 0,47-1 0,-1 2 0,1 1 0,-1 1 0,-59 13 0,42-4-105,-1-3-1,-1-2 0,1-3 1,-78-4-1,80 1-731,12-1-5989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19:14.63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188 42 24575,'-2'8'0,"1"0"0,-2 0 0,1 0 0,-1 0 0,-1 0 0,1-1 0,-1 1 0,-7 8 0,-9 20 0,9-7 0,1 1 0,2 1 0,2-1 0,1 1 0,2 0 0,1 0 0,2 0 0,4 34 0,-2-54 0,-1-1 0,1 1 0,1-1 0,0 1 0,1-1 0,0 0 0,1 0 0,1 0 0,-1-1 0,2 0 0,-1 0 0,1 0 0,1-1 0,0 1 0,0-2 0,1 1 0,12 8 0,-4-6 0,0 0 0,1-1 0,0 0 0,1-1 0,0-1 0,0-1 0,1 0 0,0-1 0,31 3 0,-23-2 0,-1 0 0,49 18 0,-53-15 0,1-2 0,0 0 0,1-1 0,34 4 0,82 3 0,340 17 0,480-31 0,-930 3 0,0 1 0,-1 1 0,1 1 0,-1 2 0,38 12 0,-35-9 0,0-1 0,1-1 0,62 5 0,330-10 0,-205-7 0,924 5 0,-1077-5 0,-1-2 0,0-2 0,0-3 0,120-34 0,29-27 0,-191 65 0,-1-1 0,0-1 0,0-1 0,29-16 0,-46 22 0,0 0 0,0-1 0,-1 0 0,0 0 0,0 0 0,0 0 0,-1-1 0,0 0 0,0 0 0,0-1 0,-1 1 0,-1-1 0,1 1 0,-1-1 0,0 0 0,-1 0 0,2-9 0,-1 0 0,-2 0 0,0 0 0,-1-1 0,-1 1 0,0 0 0,-2 0 0,0 0 0,-1 0 0,-1 1 0,0-1 0,-2 1 0,0 0 0,-1 1 0,-13-19 0,13 22 0,-1 0 0,0 1 0,-1 0 0,0 0 0,0 1 0,-2 0 0,1 1 0,-1 0 0,0 0 0,-1 1 0,0 1 0,0 0 0,-1 0 0,0 1 0,0 1 0,0 0 0,-1 0 0,-16-1 0,-159-8 0,39 4 0,-150-8 0,168 12 0,37-4 0,-101-20 0,-50-6 0,76 13 0,98 12 0,-105-5 0,-671 17 0,569-23 0,6 1 0,-1305 21 0,1547 0-136,1 1-1,-1 1 1,0 2-1,1 0 1,0 2-1,0 1 1,1 1-1,0 1 0,-38 19 1,31-11-6690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19:25.53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1 198 24575,'28'-1'0,"0"-2"0,48-11 0,23-3 0,-13 12 0,-41 3 0,70-11 0,-14-1 0,1 4 0,197 8 0,-153 4 0,-109-4 0,0-2 0,-1-2 0,0-1 0,35-12 0,80-14 0,-113 28 0,1 1 0,-1 1 0,1 3 0,-1 1 0,1 2 0,57 12 0,-46-5 0,0-1 0,85 2 0,104-13 0,-84-1 0,-5 1 0,173 6 0,-195 13 0,25 2 0,-106-14 0,55 11 0,-58-7 0,73 4 0,210-13 0,-141-2 0,-149-1 0,-1-1 0,0-2 0,0-2 0,47-16 0,-13 4 0,44-15 21,-66 19-714,99-19 0,-105 29-6133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28:47.21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586 137 24575,'-11'-1'0,"1"1"0,-1-1 0,1-1 0,-16-3 0,-19-2 0,17 4 0,1 1 0,-1 1 0,0 1 0,0 0 0,0 1 0,1 1 0,-35 6 0,51-6 0,1 0 0,-1 0 0,1 0 0,0 1 0,0 0 0,1 1 0,-1-1 0,1 1 0,0 0 0,1 1 0,-1 0 0,1-1 0,1 2 0,-1-1 0,1 0 0,1 1 0,0 0 0,0 0 0,1 0 0,0 1 0,-5 8 0,2 2 0,1 1 0,1 0 0,1 0 0,2 0 0,1 0 0,1 1 0,1-1 0,1 0 0,2 0 0,8 27 0,-5-35 0,0 1 0,1-1 0,1 0 0,0 0 0,1-1 0,1 0 0,0 0 0,0 0 0,2-1 0,0 0 0,0 0 0,1-1 0,0 0 0,1 0 0,17 5 0,23 8 0,2-2 0,103 24 0,-131-36 0,87 21 0,149 39 0,-196-48 0,2-2 0,1-2 0,143 15 0,223-1 0,-398-26 0,674 4 0,-417-8 0,-129 4 0,181-5 0,-213-9 0,28-2 0,-82 12 0,-19 2 0,1-3 0,72-9 0,-101 7 0,41-6 0,0 2 0,116-4 0,40 16 0,121-5 0,-315-1 0,-1-2 0,66-13 0,-64 11 0,0 0 0,53-4 0,69 6 0,-114 5 0,0-1 0,0-2 0,-1-1 0,68-11 0,-61 1 0,0 0 0,-2-2 0,88-39 0,-79 31 0,-45 19 0,0 0 0,-1-1 0,0 0 0,-1-1 0,0 0 0,-1 0 0,0 0 0,0-1 0,-1 0 0,-1 0 0,0-1 0,-1 0 0,0 0 0,-1 0 0,-1-1 0,0 0 0,-1 1 0,4-13 0,-2-9 0,-1 1 0,-2-1 0,-3 0 0,-6-46 0,4 72 0,0-1 0,0 0 0,-1 1 0,0-1 0,-1 1 0,0-1 0,0 1 0,0 0 0,-1-1 0,0 1 0,-1 0 0,0 1 0,0-1 0,-1 1 0,-7-6 0,4 5 0,0 0 0,-1 1 0,-1-1 0,1 1 0,-1 1 0,0-1 0,0 1 0,0 0 0,-22-3 0,-14 1 0,1 2 0,-1 0 0,0 2 0,-69 4 0,105-3 0,-24 2 0,0-2 0,0-1 0,0-1 0,-67-9 0,20-2 0,0 3 0,-1 2 0,-168-1 0,187 9 0,0-1 0,1-2 0,-125-17 0,112 9 0,1 3 0,-124-4 0,-158 13 0,173 0 0,-2141 0 0,2258 1 0,-81 9 0,-29 2 0,83-12 0,42-1 0,0 2 0,-101 11 0,-179 27 0,314-37-97,1-1-1,0 1 1,0 1-1,0 0 1,1 0-1,0 1 1,0 1-1,1 0 1,0 0-1,0 1 1,1 0-1,0 1 0,-11 8 1,-1 4-6729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29:18.886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44 501 24575,'-2'-34'0,"-1"0"0,-12-53 0,6 47 0,-3-51 0,12 88 0,-1-10 0,0-1 0,1 1 0,0-1 0,1 1 0,5-24 0,-5 33 0,1 1 0,-1-1 0,1 1 0,0 0 0,-1 0 0,1-1 0,1 1 0,-1 0 0,0 0 0,1 1 0,-1-1 0,1 1 0,0-1 0,0 1 0,0 0 0,0 0 0,1 0 0,-1 0 0,0 1 0,1-1 0,-1 1 0,1 0 0,-1 0 0,1 0 0,5 0 0,8 0 0,0 0 0,0 1 0,0 1 0,0 1 0,0 1 0,0 0 0,25 9 0,45 6 0,1-12 0,0-4 0,0-4 0,142-21 0,-162 15 0,97-3 0,177 10 0,-139 4 0,-116-3 0,0 3 0,107 18 0,-97-9 0,0-4 0,162-9 0,-97-2 0,1478 3 0,-1623-1 0,0-1 0,0 0 0,0-1 0,0-1 0,0-1 0,-1-1 0,25-11 0,21-7 0,-29 16 0,0 1 0,1 3 0,-1 0 0,1 2 0,0 2 0,64 7 0,-91-7 0,0 1 0,1 0 0,-1 0 0,-1 1 0,1 0 0,0 0 0,0 1 0,-1 0 0,0 0 0,1 1 0,8 6 0,-12-8 0,0 1 0,0 0 0,-1 0 0,1 0 0,-1 0 0,0 0 0,0 0 0,0 1 0,0-1 0,-1 1 0,0-1 0,1 1 0,-1 0 0,0-1 0,-1 1 0,1 0 0,-1 0 0,1 0 0,-1-1 0,0 1 0,-1 0 0,1 0 0,-1 4 0,-5 18 0,-1-1 0,-16 37 0,4-8 0,16-43-97,-1 0-1,0-1 1,0 0-1,-1 0 1,0 0-1,-1 0 1,0-1-1,-1 0 1,0 0-1,0-1 1,-1 0-1,0 0 0,-16 12 1,-7-3-6729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29:30.28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24301,'4796'0'0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29:49.731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8030 0 24383,'-8030'2992'0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29:52.63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0 24575,'616'0'0,"-608"0"0,-1 0 0,0 0 0,0 1 0,0 0 0,0 0 0,0 0 0,10 5 0,-15-6 0,-1 1 0,0-1 0,0 1 0,0 0 0,0-1 0,0 1 0,0 0 0,0 0 0,-1 0 0,1 0 0,0 0 0,0 0 0,-1 0 0,1 0 0,0 0 0,-1 0 0,1 0 0,-1 1 0,1 0 0,-1 1 0,0-1 0,0 1 0,0-1 0,0 1 0,0-1 0,-1 1 0,1-1 0,-1 1 0,1-1 0,-1 1 0,0-1 0,-3 5 0,-11 20 0,-2 0 0,-1-1 0,-23 26 0,8-11 0,-1-1 0,-3-1 0,-48 41 0,6-7 0,53-50-1365,1-4-5461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30:11.10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502 124 24575,'-4'4'0,"-1"0"0,1-1 0,-1 0 0,0 0 0,0 0 0,0 0 0,-1-1 0,1 0 0,0 0 0,-1 0 0,-8 1 0,-70 5 0,68-8 0,0 1 0,-1 1 0,-23 5 0,20-1 0,1 2 0,-1 0 0,1 1 0,1 1 0,0 0 0,0 2 0,1 0 0,0 1 0,-29 29 0,40-32 0,0 0 0,0 1 0,1-1 0,1 1 0,-1 0 0,2 0 0,0 1 0,0-1 0,1 1 0,0-1 0,0 22 0,1 14 0,9 71 0,-8-118 0,32 196 0,-23-154 0,-2-14 0,2 0 0,0-1 0,23 43 0,8 23 0,-35-77 0,2 1 0,0-1 0,1 0 0,0-1 0,2 1 0,0-2 0,20 24 0,-20-27 0,1-2 0,0 0 0,1 0 0,0-1 0,0 0 0,1-1 0,0-1 0,0 0 0,28 9 0,306 86 0,-305-90 0,-1-2 0,2-2 0,71 3 0,132-13 0,-93 0 0,-53 1 0,156-21 0,-184 16 0,112 1 0,-12 2 0,-135 0 0,43-11 0,-45 7 0,56-4 0,428 8 0,-266 7 0,1102-3 0,-1335-2 0,-1 0 0,1-1 0,-1 0 0,0-2 0,0-1 0,0 0 0,-1-1 0,1-1 0,18-12 0,25-17 0,64-49 0,-100 67 0,-16 13 0,-1-1 0,-1 0 0,1-1 0,-1 0 0,-1 0 0,1-1 0,-2 0 0,1 0 0,-1-1 0,8-15 0,-9 11 0,-1 0 0,0 0 0,-1 0 0,0 0 0,-1 0 0,0-1 0,-2-26 0,0 15 0,-6-106 0,4 116 0,0 0 0,-2 0 0,0 0 0,0 1 0,-14-30 0,9 26 0,4 8 0,0 1 0,0 0 0,-1 0 0,0 0 0,-1 0 0,0 1 0,-13-13 0,-19-14 0,23 20 0,-1 0 0,-32-22 0,-152-103 0,185 132 0,-1 0 0,0 0 0,-1 2 0,0 0 0,0 1 0,0 1 0,-1 1 0,-36-4 0,-46-13 0,-290-89 0,337 93 0,-1 2 0,0 3 0,-1 2 0,-89-5 0,88 11 0,-65-11 0,-39-4 0,105 18 0,-1 2 0,1 2 0,-93 18 0,107-15 0,-71 2 0,26-3 0,52 0 0,0 2 0,-60 20 0,61-17 0,0 0 0,-60 8 0,-299-13 0,209-8 0,27 6 0,-176-7 0,228-13 0,87 12 0,0 1 0,-1 1 0,0 1 0,0 0 0,0 1 0,0 1 0,0 1 0,0 1 0,-19 4 0,-2 3 0,-1-3 0,1-1 0,-48 0 0,12-1 0,47 0 0,-1 2 0,1 2 0,0 0 0,1 2 0,-42 20 0,4-3 0,-88 34-1365,108-42-5461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30:14.788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2831 24575,'22'-20'0,"0"2"0,49-30 0,-2 1 0,44-39 0,124-90 0,-194 149 0,59-28 0,0 0 0,185-127 0,-233 145 0,21-14 0,89-79 0,-134 106 0,1 1 0,66-37 0,0 0 0,84-77 0,64-42 0,-162 128 0,1 4 0,144-58 0,41 1 0,-66 5 0,-104 51 0,-49 23 0,81-30 0,268-113 0,-142 53 0,-222 99 0,0-2 0,0-1 0,-2-2 0,0-1 0,-2-2 0,0-1 0,28-30 0,-38 38 0,0 0 0,2 2 0,0 0 0,0 2 0,1 0 0,42-14 0,30-17 0,-44 16 0,91-33 0,100-43 0,-200 82-1365,-6-1-5461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30:17.353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97 1 24575,'-4'0'0,"1"1"0,0-1 0,-1 1 0,1 0 0,0 0 0,0 0 0,0 0 0,0 1 0,0-1 0,0 1 0,0 0 0,0 0 0,1 0 0,-1 0 0,1 0 0,-1 1 0,1-1 0,0 1 0,0-1 0,0 1 0,0 0 0,1 0 0,-1 0 0,1 0 0,-1 0 0,1 0 0,0 0 0,0 0 0,0 7 0,-4 11 0,2 0 0,0 0 0,1 32 0,2-36 0,-2 44 0,-5 74 0,6-127 0,-1 1 0,2-1 0,-1 0 0,1 1 0,1-1 0,-1 1 0,1-1 0,4 13 0,-4-18 0,1 0 0,-1 0 0,1 0 0,0 0 0,0 0 0,0-1 0,0 1 0,0-1 0,1 1 0,-1-1 0,1 0 0,-1 0 0,1 0 0,0 0 0,0-1 0,0 1 0,0-1 0,0 0 0,0 0 0,0 0 0,1 0 0,-1 0 0,0-1 0,4 1 0,19 1 0,0-2 0,-1 0 0,1-2 0,-1-1 0,51-12 0,31-3 0,-23 12-1365,-49 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34:31.666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45 24575,'0'-1'0,"0"0"0,0 0 0,1-1 0,-1 1 0,1 0 0,-1 0 0,1 0 0,-1 0 0,1 0 0,0 0 0,-1 0 0,1 0 0,0 0 0,0 0 0,0 0 0,0 0 0,0 0 0,0 1 0,0-1 0,0 0 0,0 1 0,0-1 0,0 1 0,0-1 0,1 1 0,-1 0 0,2-1 0,38-6 0,-34 6 0,118-10 0,199 10 0,-147 3 0,1790-2 0,-1932 2 0,1 2 0,52 11 0,-45-6 0,45 2 0,-30-4 0,0 2 0,55 17 0,-62-13 0,0-2 0,0-2 0,55 1 0,-77-8 0,1 2 0,39 9 0,-37-6 0,56 5 0,461-9 0,-282-6 0,-249 3-455,0-1 0,30-5 0,-13-2-6371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34:50.878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345 681 24575,'1'-2'0,"-1"1"0,1-1 0,-1 0 0,1 1 0,0-1 0,0 1 0,0-1 0,0 1 0,0 0 0,0-1 0,0 1 0,0 0 0,0 0 0,1 0 0,-1 0 0,1 0 0,-1 0 0,0 0 0,1 0 0,-1 0 0,1 1 0,0-1 0,-1 1 0,1-1 0,0 1 0,-1 0 0,1-1 0,2 1 0,58-7 0,-52 6 0,140-7 0,176 13 0,-160 15 0,-94-9 0,84 1 0,1053-12 0,-513-2 0,-663 4 0,-1 2 0,0 1 0,0 1 0,56 20 0,-54-15 0,0-1 0,1-2 0,70 7 0,-13-14 0,-53-2 0,1 2 0,-1 2 0,45 8 0,-5 1 0,0-3 0,1-3 0,95-6 0,-122-1 0,-42 2 0,0-2 0,0 0 0,0 0 0,0-1 0,0 0 0,20-7 0,-27 7 0,1 0 0,-1-1 0,0 1 0,0-1 0,0 0 0,0 0 0,0 0 0,-1-1 0,1 1 0,-1-1 0,0 0 0,0 0 0,0 0 0,-1 0 0,1 0 0,-1 0 0,3-10 0,7-19 0,-2-1 0,-1 0 0,-2-1 0,-1 0 0,-2 0 0,-1-1 0,-4-62 0,0 87 0,-1 0 0,-1 0 0,0 0 0,-1 1 0,0-1 0,0 1 0,-1 0 0,0 0 0,-1 0 0,0 1 0,-1 0 0,0 0 0,0 1 0,-1-1 0,0 2 0,-1-1 0,1 1 0,-17-10 0,9 7 0,0 1 0,-1 0 0,0 1 0,0 1 0,-1 1 0,0 0 0,0 2 0,-1 0 0,1 0 0,-27 0 0,-228 7 0,78 1 0,128-1 0,-89 15 0,-46 3 0,-237-20 0,202-3 0,195 0 0,1-3 0,1-1 0,-1-2 0,-40-14 0,37 10 0,-1 1 0,-89-8 0,-5 17 0,74 3 0,-129-16 0,67-9 0,47 7 0,0 4 0,-102-4 0,112 17 0,-1 2 0,-92 15 0,37-2 0,-2-5 0,-141-8 0,185-2 0,54 2 0,0 1 0,0 2 0,0 1 0,0 2 0,1 1 0,0 1 0,1 1 0,-32 18 0,47-22 0,1 0 0,1 1 0,-1 0 0,1 1 0,1 0 0,0 1 0,0 0 0,1 1 0,0 0 0,1 0 0,0 1 0,1 0 0,0 0 0,1 1 0,0 0 0,-4 16 0,6-19 0,2 0 0,-1 0 0,1 0 0,1 1 0,0-1 0,0 0 0,1 1 0,0-1 0,1 1 0,0-1 0,1 0 0,0 1 0,0-1 0,1 0 0,1 0 0,0-1 0,0 1 0,1-1 0,0 0 0,0 0 0,1 0 0,10 10 0,3-1 0,1-1 0,0-2 0,2 0 0,0-1 0,41 19 0,-22-11 0,-12-8 0,0-2 0,1-1 0,0-1 0,1-1 0,0-2 0,0-1 0,51 3 0,-40-2-1365,-6 1-5461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34:58.804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0 24510,'0'754'0,"4473"-754"0,-4473-754 0,-4473 754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45:43.710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738 186 24575,'-332'0'0,"320"0"0,0 1 0,0 0 0,0 1 0,0 0 0,1 0 0,-1 1 0,1 0 0,0 1 0,0-1 0,1 1 0,-19 10 0,0 2 0,1 0 0,-39 31 0,56-38 0,0 0 0,1 1 0,1 0 0,0 0 0,1 1 0,0 0 0,2 0 0,-1 0 0,2 0 0,-4 15 0,-2 14 0,-5 67 0,14-92 0,-2 249 0,6-147 0,0-93 0,1 0 0,2 0 0,10 24 0,-6-17 0,-5-22 0,-1-1 0,1 1 0,1-1 0,0 0 0,1 0 0,0 0 0,1 0 0,0-1 0,1 0 0,0 0 0,11 8 0,-5-6 0,0 0 0,1-1 0,1 0 0,-1 0 0,2-1 0,31 9 0,3 0 0,-19-5 0,1-2 0,55 11 0,197 27 0,-243-42 0,56 3 0,-63-7 0,-1 2 0,67 11 0,-54-6 0,1 0 0,1-2 0,65 1 0,149-6 0,-4 0 0,-115 12 0,7-1 0,16-10 0,-83-3 0,124 11 0,-58 0 0,233-4 0,-271-7 0,-69 0 0,0-2 0,48-8 0,-9 1 0,-53 6 0,0-2 0,37-9 0,-38 8 0,0 1 0,45-6 0,130-2 0,-99 0 0,-32 4 0,115-7 0,-145 15 0,-1-2 0,0-1 0,53-12 0,-28 4 0,-25 7 0,-25 4 0,-1-1 0,0 1 0,0-1 0,-1-1 0,1 0 0,-1-1 0,23-9 0,-16 3 0,9-3 0,-1 0 0,-2-2 0,0 0 0,-1-1 0,41-35 0,-62 46 0,0 0 0,-1 0 0,0-1 0,0 1 0,-1-1 0,0 0 0,-1 0 0,0 1 0,0-1 0,-1-9 0,0-11 0,-5-37 0,1 18 0,2 30 0,0 0 0,-7-28 0,5 38 0,1 0 0,-1 0 0,0 0 0,-1 1 0,0-1 0,0 1 0,-1-1 0,0 1 0,0 0 0,-8-5 0,-24-16 0,-62-33 0,-2-1 0,38 18 0,-3 2 0,-100-47 0,27 20 0,89 41 0,-1 1 0,-1 2 0,-94-30 0,80 35 0,-151-47 0,167 46 0,31 11 0,-1 0 0,0 1 0,-1 0 0,-1 1 0,1 1 0,-36-5 0,30 6 0,0-1 0,-47-12 0,48 11 0,0 0 0,-50-7 0,-15 3 0,-158-9 0,-489 17 0,366 4 0,329-3 0,-78-11 0,74 6 0,-60-1 0,13 8 0,62 0 0,0 0 0,0-2 0,0-1 0,-61-8 0,64 5 0,0 0 0,0 2 0,-1 0 0,1 1 0,-1 1 0,0 1 0,1 1 0,-1 1 0,1 1 0,-1 1 0,1 0 0,-54 15 0,58-12 0,0 1 0,1 0 0,0 1 0,1 1 0,1 0 0,0 1 0,1 1 0,1 1 0,1 0 0,-35 29 0,47-35-101,-13 12-531,-33 40 0,37-35-6194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46:04.12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581 2 24575,'-24'-2'0,"0"2"0,-1 1 0,1 1 0,0 1 0,0 1 0,0 2 0,1 0 0,-1 1 0,-27 13 0,28-8 0,1 0 0,0 2 0,1 0 0,1 2 0,0 0 0,2 1 0,-1 1 0,2 0 0,1 1 0,0 1 0,-17 30 0,23-32 0,0 0 0,2 1 0,0 0 0,1 1 0,1 0 0,1 0 0,1 0 0,0 0 0,2 1 0,0 0 0,2-1 0,0 1 0,1 0 0,5 25 0,-3-25 0,2 0 0,0 0 0,1-1 0,2 1 0,0-1 0,0-1 0,2 0 0,1 0 0,0-1 0,1 0 0,1-1 0,1 0 0,0-1 0,22 19 0,-19-20 0,105 88 0,-103-90 0,0 0 0,1-1 0,1-1 0,38 15 0,-11-9 0,21 9 0,93 20 0,-84-29 0,0-4 0,134 6 0,45 1 0,4 1 0,267-23 0,-512 1 0,0 0 0,-1-1 0,1-1 0,-1-1 0,0 0 0,1-1 0,-2 0 0,23-12 0,10-9 0,51-37 0,-38 23 0,-28 18 0,-1-1 0,-2-1 0,0-2 0,-2-1 0,-1-1 0,26-34 0,-21 18 0,-2-1 0,-2-1 0,38-88 0,-58 117 0,0-1 0,-2 0 0,0 0 0,-1 0 0,-1-1 0,0 1 0,-2-1 0,-1-31 0,0 41 0,-1-1 0,-1 1 0,0-1 0,0 1 0,-1 0 0,0 0 0,0 0 0,-1 0 0,-1 0 0,1 1 0,-1 0 0,-1 0 0,1 0 0,-1 1 0,-1-1 0,1 2 0,-1-1 0,-11-8 0,1 4 0,0 0 0,0 1 0,-1 1 0,0 1 0,0 0 0,-25-6 0,4 5 0,-1 1 0,-42-2 0,56 6 0,1-1 0,-1-1 0,1-1 0,-26-12 0,4 2 0,26 11 0,-1 0 0,1 2 0,-1 0 0,-1 2 0,1 0 0,-35 2 0,-133 23 0,10 0 0,-399-19 0,300-7 0,-169 3-1365,411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46:41.398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211 252 24575,'-4'1'0,"-1"0"0,1 0 0,-1 0 0,1 0 0,-1 1 0,1 0 0,0 0 0,0 0 0,0 0 0,0 1 0,-7 5 0,-41 39 0,45-39 0,-3 2 0,0 0 0,2 1 0,-1 0 0,1 1 0,1 0 0,0 0 0,1 0 0,0 1 0,1 0 0,0 0 0,-2 15 0,5-22 0,1 1 0,0 0 0,0-1 0,1 1 0,0 0 0,0 0 0,0 0 0,1-1 0,0 1 0,0 0 0,1-1 0,0 1 0,0-1 0,0 1 0,1-1 0,0 0 0,0 0 0,1 0 0,0 0 0,0-1 0,0 0 0,1 1 0,-1-2 0,8 7 0,14 8 0,0-1 0,1-2 0,1-1 0,0-1 0,1-1 0,36 11 0,-10-8 0,0-3 0,89 10 0,-36-7 0,-50-6 0,79 2 0,76-14 0,93 4 0,-153 18 0,-100-11 0,68 3 0,568-10 0,-329-5 0,-278 0 0,83-15 0,54-3 0,-170 18 0,64-14 0,-64 9 0,67-4 0,-105 12 0,1-1 0,-1 0 0,0 0 0,0-2 0,1 1 0,-2-1 0,1-1 0,0 0 0,-1 0 0,1-1 0,-1-1 0,15-10 0,-15 7 0,1 0 0,-1-1 0,-1 0 0,0-1 0,0 0 0,-1 0 0,-1-1 0,0 0 0,10-24 0,-11 23 0,-1 0 0,0-1 0,-1 0 0,-1 0 0,0 0 0,-1-1 0,-1 1 0,0-1 0,-1 1 0,0-1 0,-2 1 0,1 0 0,-6-21 0,4 25 0,0 1 0,-1 0 0,0 0 0,0 1 0,-1-1 0,0 1 0,0 0 0,-1 0 0,0 0 0,-1 1 0,1 0 0,-2 0 0,1 1 0,-1 0 0,1 0 0,-2 1 0,1 0 0,-1 0 0,1 1 0,-18-6 0,2 3 0,-1 2 0,1 0 0,-1 2 0,-31 0 0,-44-6 0,-37-7 0,-2 7 0,-170 10 0,112 2 0,5 0 0,-215-7 0,372 1 0,1-1 0,-1-1 0,1-2 0,0-2 0,-53-20 0,66 18 0,2 0 0,-1-1 0,-17-16 0,25 18 0,0 1 0,-1 0 0,0 1 0,-1 0 0,0 1 0,0 0 0,0 1 0,-1 1 0,-18-4 0,-27 2 0,0 2 0,0 4 0,-69 6 0,-7-1 0,66-4 0,34-2 0,0 2 0,-1 1 0,1 2 0,0 1 0,0 2 0,-45 14 0,2 8-341,2 5 0,0 2-1,-99 64 1,141-76-6485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46:46.059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7 3277 24575,'0'0'0,"1"0"0,-1 0 0,1 1 0,-1-1 0,1 0 0,-1 1 0,0-1 0,1 0 0,-1 1 0,1-1 0,-1 0 0,0 1 0,1-1 0,-1 1 0,0-1 0,1 1 0,-1-1 0,0 1 0,0-1 0,1 1 0,-1-1 0,0 1 0,0-1 0,0 1 0,0-1 0,0 1 0,0-1 0,0 1 0,0-1 0,0 1 0,0 0 0,0-1 0,0 1 0,0-1 0,0 1 0,0-1 0,-1 1 0,1-1 0,0 1 0,0-1 0,-1 1 0,1-1 0,0 1 0,-1-1 0,1 0 0,0 1 0,-1-1 0,1 1 0,0-1 0,-1 0 0,1 1 0,-1-1 0,1 0 0,-1 0 0,1 1 0,-1-1 0,1 0 0,-1 0 0,1 0 0,-1 0 0,0 0 0,1 0 0,-1 1 0,1-1 0,-1 0 0,1-1 0,-1 1 0,0 0 0,9 3 0,1-1 0,-1 0 0,1 0 0,0-1 0,-1 0 0,1 0 0,0-1 0,0 0 0,-1-1 0,1 0 0,0 0 0,10-4 0,20-5 0,52-23 0,-51 18 0,501-201 0,-314 104 0,17-7 0,62 24 0,-88 32 0,60-20 0,68-24 0,-42 10 0,-231 75 0,281-100 0,-225 76 0,198-88 0,-114 44 0,130-40 0,-40 20 0,-193 74 0,-2-4 0,187-98 0,-261 117 0,1 2 0,1 2 0,1 1 0,1 2 0,0 1 0,77-14 0,-56 18 0,341-63 0,-222 32 0,-79 20 0,97-34 0,-170 42 0,0 0 0,0-2 0,-1 0 0,23-19 0,-29 19 0,1 1 0,0 0 0,1 2 0,0 0 0,0 2 0,2 0 0,22-6 0,43-2 0,99-25 0,-74 20 0,-80 18 0,-1-2 0,42-14 0,167-76 0,-136 51 0,172-50 0,-185 68 0,138-62 0,-157 58 0,-46 22 0,1 0 0,-1 2 0,36-4 0,-33 7 0,-1-2 0,48-16 0,2-7 0,53-22 0,-38 15 0,14-7 0,62-28 0,-82 37 0,-51 19-273,0-1 0,-1-2 0,-1-2 0,61-44 0,-64 38-6553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46:47.712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 12 24575,'241'3'0,"263"-7"0,-474-1 0,-24 4 0,1-1 0,0 1 0,-1 0 0,1 1 0,0-1 0,0 1 0,-1 1 0,1-1 0,13 4 0,-20-4 0,0 0 0,0 0 0,0 1 0,1-1 0,-1 0 0,0 0 0,0 1 0,0-1 0,0 0 0,0 1 0,1-1 0,-1 0 0,0 0 0,0 1 0,0-1 0,0 0 0,0 1 0,0-1 0,0 0 0,0 1 0,0-1 0,0 0 0,0 1 0,0-1 0,0 0 0,-1 0 0,1 1 0,0-1 0,0 0 0,0 1 0,0-1 0,0 0 0,-1 0 0,1 1 0,0-1 0,0 0 0,-1 0 0,1 1 0,0-1 0,-1 0 0,-12 13 0,11-10 0,-145 158 0,16-16 0,126-140-43,-22 21-221,1 1-1,1 1 1,2 0-1,-40 65 1,47-59-6562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46:50.90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0 3236 24466,'7744'-3236'0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5T23:46:53.555"/>
    </inkml:context>
    <inkml:brush xml:id="br0">
      <inkml:brushProperty name="width" value="0.035" units="cm"/>
      <inkml:brushProperty name="height" value="0.035" units="cm"/>
      <inkml:brushProperty name="color" value="#FF0000"/>
    </inkml:brush>
  </inkml:definitions>
  <inkml:trace contextRef="#ctx0" brushRef="#br0">159 1 24575,'0'26'0,"-1"0"0,-1 0 0,-1 0 0,-2-1 0,0 1 0,-2-1 0,0 0 0,-2 0 0,-17 32 0,10-25 0,1 1 0,1 0 0,2 0 0,1 1 0,2 1 0,-8 54 0,17-86 0,0 1 0,0-1 0,0 0 0,1 1 0,-1-1 0,1 0 0,0 1 0,0-1 0,0 0 0,0 0 0,0 0 0,1 0 0,-1 0 0,1 0 0,0 0 0,0 0 0,0-1 0,0 1 0,1-1 0,-1 1 0,1-1 0,-1 0 0,1 0 0,0 0 0,0 0 0,0-1 0,0 1 0,0-1 0,0 1 0,0-1 0,0 0 0,1-1 0,5 2 0,1 0 0,0-1 0,0-1 0,-1 1 0,1-1 0,0-1 0,0 0 0,-1 0 0,1-1 0,0 0 0,15-7 0,16-8 0,0 0 0,49-15 0,17-7 0,-84 29 0,0 0 0,1 2 0,0 1 0,1 0 0,38-4 0,16 9-1365,-45 3-5461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2020-1AD1-014C-FD78-AD89E0A06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12939F-5595-0CD1-75FA-8F7E50DB1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326-5E19-9A38-0745-7D9BD203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BA710-33D9-E4F9-3A84-D6514D0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4FA8-FBD1-6FC1-3EB7-F5E065F0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9028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5442A-E3E9-782F-5842-9F9D26074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37FAA-7BA4-58C0-7F2D-0438D844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9DE2F-F942-4876-B95E-5D9B927B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921A0-AD1D-0CB5-11DA-4349A5687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E222B-77C6-A549-19DA-1131B72AA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48377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C6145-2232-1C25-6EBC-C43181275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BA331-C0A2-BBB9-9940-2ABBD843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36897-B94B-6667-17A8-331CF5A63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1C1CD-AB88-D02C-C010-6CF154750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DFA04-8362-DA36-CC24-74A906F2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7043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3898-3F58-7BE2-C92B-AA28A894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ABE48-C4BA-728E-F0E3-B4F4AAB9C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0FE40-5E66-CE65-FB43-F919EA0FF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C207-F5CF-073D-7EB7-A9AF0959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4C143-3FD3-1D1F-F811-CF3DF40B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F26AA-7369-159B-125D-72F5C880C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2787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77A8-25CB-0177-CEC1-9C709C8A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DBE6D-B523-62A1-3560-BE8779639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2F456-4A9D-CAD1-58FF-D8E3E210F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FE670-A7CE-DD34-680C-5CAB7EA62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54463-4E71-5FA0-BBF4-40E2A05C4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A7E74-8927-296B-341D-9E93AEC97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54E09-22A8-4341-86F2-E96FF050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8F44FE-A1FD-3DC3-8D77-6EDCAB18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66967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4A732-BFE8-D81A-A457-460BF120D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179A4-0AC3-B42F-51AC-85ACC7324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EF89B-E0BB-451A-D0C9-73DD1B84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C0D78-6698-340B-496B-24EA9D3A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007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1F2A1-26BF-D921-F214-A393337D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04A70-2D6B-E8B4-0F5E-45147106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5BDC-49A5-A127-1055-3415CF89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3208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3904-5B5D-4CCD-6C47-12043FE7B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1779A-1B9D-5211-3B2A-FC8B9483B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E9FDB-3404-4E0B-FC5B-87E586D4C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6A0D9-C620-38CF-28AC-32C9BD5B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BA1EC-CEBC-0B0E-48E6-5AFE0980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E149C-EA32-8AB2-608C-E269F1D3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312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F3AD-69C4-3F66-0DD9-5E6FA99B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3D4AE-46DA-A823-D66D-FDE26F074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96435-B9C5-96B1-336F-3E187917A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144DB-7E9A-8560-A858-7C71D1C1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9B20D-68EB-F86B-BFCF-1F96EB23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BD30C-4708-01F1-15DB-94FA03E3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3157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3C2F-54DB-7ABB-53C1-3B807117A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6C78F0-BA94-8E58-5E62-9C87075DF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2B259-4419-C394-914F-D23F70A1F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E56D0-4A95-FB85-21DA-0E46CA69F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D9E9-C7D5-C1BB-8D6B-46EFA050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049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1317AA-5EF6-1420-BC45-0A5688962D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1F815-6724-B4C3-512F-7DFEEF24F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B9C85-E206-D3DD-6A70-3E140E0C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3DFFC-7711-C92D-D127-E08CB715B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DDE44-D755-A0F4-3EA5-0C243F12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705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4547D-F89F-0AC1-42FA-103ADB64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CB319-A07A-65FD-6B9F-13389558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8E5E5-A005-2DAB-1F5C-E99C810E23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43E3B-54C2-46DF-8B35-E2BEAB92AF6B}" type="datetimeFigureOut">
              <a:rPr lang="en-NZ" smtClean="0"/>
              <a:t>26/09/2026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0CD93-D4E9-E3A7-4A9F-1E6287B18C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3AC34-437E-AA26-935E-98767943D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2B767-3C62-4D2D-B5FD-D1A2D83328A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5467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customXml" Target="../ink/ink7.xml"/><Relationship Id="rId26" Type="http://schemas.openxmlformats.org/officeDocument/2006/relationships/customXml" Target="../ink/ink11.xml"/><Relationship Id="rId3" Type="http://schemas.openxmlformats.org/officeDocument/2006/relationships/customXml" Target="../ink/ink1.xml"/><Relationship Id="rId21" Type="http://schemas.openxmlformats.org/officeDocument/2006/relationships/image" Target="../media/image15.png"/><Relationship Id="rId7" Type="http://schemas.openxmlformats.org/officeDocument/2006/relationships/customXml" Target="../ink/ink3.xml"/><Relationship Id="rId12" Type="http://schemas.openxmlformats.org/officeDocument/2006/relationships/customXml" Target="../ink/ink4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2" Type="http://schemas.openxmlformats.org/officeDocument/2006/relationships/image" Target="../media/image4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24" Type="http://schemas.openxmlformats.org/officeDocument/2006/relationships/customXml" Target="../ink/ink10.xml"/><Relationship Id="rId5" Type="http://schemas.openxmlformats.org/officeDocument/2006/relationships/customXml" Target="../ink/ink2.xml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18" Type="http://schemas.openxmlformats.org/officeDocument/2006/relationships/customXml" Target="../ink/ink18.xml"/><Relationship Id="rId3" Type="http://schemas.openxmlformats.org/officeDocument/2006/relationships/customXml" Target="../ink/ink12.xml"/><Relationship Id="rId21" Type="http://schemas.openxmlformats.org/officeDocument/2006/relationships/image" Target="../media/image30.png"/><Relationship Id="rId7" Type="http://schemas.openxmlformats.org/officeDocument/2006/relationships/customXml" Target="../ink/ink14.xml"/><Relationship Id="rId12" Type="http://schemas.openxmlformats.org/officeDocument/2006/relationships/customXml" Target="../ink/ink15.xml"/><Relationship Id="rId17" Type="http://schemas.openxmlformats.org/officeDocument/2006/relationships/image" Target="../media/image28.png"/><Relationship Id="rId25" Type="http://schemas.openxmlformats.org/officeDocument/2006/relationships/image" Target="../media/image32.png"/><Relationship Id="rId2" Type="http://schemas.openxmlformats.org/officeDocument/2006/relationships/image" Target="../media/image19.png"/><Relationship Id="rId16" Type="http://schemas.openxmlformats.org/officeDocument/2006/relationships/customXml" Target="../ink/ink17.xml"/><Relationship Id="rId20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24" Type="http://schemas.openxmlformats.org/officeDocument/2006/relationships/customXml" Target="../ink/ink21.xml"/><Relationship Id="rId5" Type="http://schemas.openxmlformats.org/officeDocument/2006/relationships/customXml" Target="../ink/ink13.xml"/><Relationship Id="rId15" Type="http://schemas.openxmlformats.org/officeDocument/2006/relationships/image" Target="../media/image27.png"/><Relationship Id="rId23" Type="http://schemas.openxmlformats.org/officeDocument/2006/relationships/image" Target="../media/image31.png"/><Relationship Id="rId10" Type="http://schemas.openxmlformats.org/officeDocument/2006/relationships/image" Target="../media/image24.png"/><Relationship Id="rId19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14" Type="http://schemas.openxmlformats.org/officeDocument/2006/relationships/customXml" Target="../ink/ink16.xml"/><Relationship Id="rId22" Type="http://schemas.openxmlformats.org/officeDocument/2006/relationships/customXml" Target="../ink/ink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5A6BF-E37F-9CD1-E8A5-F4ACDC9E6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5260868" cy="1475242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dirty="0">
                <a:solidFill>
                  <a:schemeClr val="tx2"/>
                </a:solidFill>
              </a:rPr>
              <a:t>The searching method</a:t>
            </a:r>
            <a:endParaRPr lang="en-NZ" sz="44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01BDB-2594-AD13-C149-CB11B4124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altLang="zh-CN" sz="2800" dirty="0">
                <a:solidFill>
                  <a:schemeClr val="tx2"/>
                </a:solidFill>
              </a:rPr>
              <a:t>Meeting 6</a:t>
            </a:r>
            <a:endParaRPr lang="en-NZ" sz="2800" dirty="0">
              <a:solidFill>
                <a:schemeClr val="tx2"/>
              </a:solidFill>
            </a:endParaRPr>
          </a:p>
        </p:txBody>
      </p:sp>
      <p:pic>
        <p:nvPicPr>
          <p:cNvPr id="30" name="Graphic 29" descr="Magnifying glass">
            <a:extLst>
              <a:ext uri="{FF2B5EF4-FFF2-40B4-BE49-F238E27FC236}">
                <a16:creationId xmlns:a16="http://schemas.microsoft.com/office/drawing/2014/main" id="{01F63529-B037-622C-ECA4-82B1DF04F3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758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CA85C-CFD7-2CB1-FBE8-839F2410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NZ" sz="4000">
                <a:solidFill>
                  <a:srgbClr val="FFFFFF"/>
                </a:solidFill>
              </a:rPr>
              <a:t>Searching method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A710CB-F415-D6B3-656D-22F81041D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17557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527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3E179-D0F9-FBAF-4494-45B757A9B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005" y="143251"/>
            <a:ext cx="4082845" cy="2650436"/>
          </a:xfrm>
        </p:spPr>
        <p:txBody>
          <a:bodyPr>
            <a:normAutofit/>
          </a:bodyPr>
          <a:lstStyle/>
          <a:p>
            <a:r>
              <a:rPr lang="en-NZ" altLang="zh-CN" sz="4000" dirty="0"/>
              <a:t>Search by Video ID</a:t>
            </a:r>
            <a:endParaRPr lang="en-NZ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517FA9-FA54-66FC-6437-4A17A85D8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04849" y="138438"/>
            <a:ext cx="7111181" cy="2655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463D67-F34E-B75E-0123-ED10A8DA0E5C}"/>
              </a:ext>
            </a:extLst>
          </p:cNvPr>
          <p:cNvSpPr txBox="1"/>
          <p:nvPr/>
        </p:nvSpPr>
        <p:spPr>
          <a:xfrm>
            <a:off x="4685068" y="1216191"/>
            <a:ext cx="66982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>
                <a:solidFill>
                  <a:srgbClr val="FF0000"/>
                </a:solidFill>
              </a:rPr>
              <a:t>http://localhost:8080/api/travellingVideo   </a:t>
            </a:r>
            <a:r>
              <a:rPr lang="zh-CN" altLang="en-US" sz="1600" dirty="0">
                <a:solidFill>
                  <a:srgbClr val="FF0000"/>
                </a:solidFill>
              </a:rPr>
              <a:t>找出所有的视频</a:t>
            </a:r>
            <a:endParaRPr lang="en-NZ" sz="16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92E80-4EA5-A06C-F26C-69F4AE9B47AC}"/>
              </a:ext>
            </a:extLst>
          </p:cNvPr>
          <p:cNvSpPr txBox="1"/>
          <p:nvPr/>
        </p:nvSpPr>
        <p:spPr>
          <a:xfrm>
            <a:off x="4552332" y="2455133"/>
            <a:ext cx="7521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600" dirty="0">
                <a:solidFill>
                  <a:srgbClr val="FF0000"/>
                </a:solidFill>
              </a:rPr>
              <a:t>http://localhost:8080/api/travellingVideo</a:t>
            </a:r>
            <a:r>
              <a:rPr lang="en-US" sz="1600" dirty="0">
                <a:solidFill>
                  <a:srgbClr val="FF0000"/>
                </a:solidFill>
              </a:rPr>
              <a:t>/3</a:t>
            </a:r>
            <a:r>
              <a:rPr lang="en-NZ" sz="1600" dirty="0">
                <a:solidFill>
                  <a:srgbClr val="FF0000"/>
                </a:solidFill>
              </a:rPr>
              <a:t>     </a:t>
            </a:r>
            <a:r>
              <a:rPr lang="zh-CN" altLang="en-US" sz="1600" dirty="0">
                <a:solidFill>
                  <a:srgbClr val="FF0000"/>
                </a:solidFill>
              </a:rPr>
              <a:t>之后只显示唯一一条视频，比如</a:t>
            </a:r>
            <a:r>
              <a:rPr lang="en-NZ" altLang="zh-CN" sz="1600" dirty="0">
                <a:solidFill>
                  <a:srgbClr val="FF0000"/>
                </a:solidFill>
              </a:rPr>
              <a:t>id=3</a:t>
            </a:r>
            <a:endParaRPr lang="en-NZ" sz="1600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60C94C-FD54-0BFB-DE56-60B4BCB50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05" y="2816503"/>
            <a:ext cx="10547556" cy="39030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3707A4-6CA2-FE04-B284-086D8F868E6E}"/>
              </a:ext>
            </a:extLst>
          </p:cNvPr>
          <p:cNvSpPr txBox="1"/>
          <p:nvPr/>
        </p:nvSpPr>
        <p:spPr>
          <a:xfrm>
            <a:off x="3049229" y="3259723"/>
            <a:ext cx="6098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altLang="zh-CN" sz="2000" dirty="0">
                <a:solidFill>
                  <a:srgbClr val="FF0000"/>
                </a:solidFill>
              </a:rPr>
              <a:t>id=3</a:t>
            </a:r>
            <a:endParaRPr lang="en-NZ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F35E7-FE93-63BB-EE0E-F141D17F01EE}"/>
              </a:ext>
            </a:extLst>
          </p:cNvPr>
          <p:cNvSpPr txBox="1"/>
          <p:nvPr/>
        </p:nvSpPr>
        <p:spPr>
          <a:xfrm>
            <a:off x="4011561" y="4778477"/>
            <a:ext cx="5136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缺点，通过</a:t>
            </a:r>
            <a:r>
              <a:rPr lang="en-NZ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找，记不住每一个</a:t>
            </a:r>
            <a:r>
              <a:rPr lang="en-NZ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对应的视频，</a:t>
            </a:r>
            <a:r>
              <a:rPr lang="en-NZ" altLang="zh-CN" dirty="0">
                <a:solidFill>
                  <a:srgbClr val="FF0000"/>
                </a:solidFill>
              </a:rPr>
              <a:t>Not user friendly. </a:t>
            </a:r>
            <a:endParaRPr lang="en-NZ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221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C91E9-4173-002D-0465-4F524F0F6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045"/>
            <a:ext cx="10515600" cy="606687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/>
              <a:t>Searching by </a:t>
            </a:r>
            <a:r>
              <a:rPr lang="en-NZ" altLang="zh-CN" sz="3200" dirty="0"/>
              <a:t>Travelling Type</a:t>
            </a:r>
            <a:endParaRPr lang="en-NZ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7A7158-4477-43CD-5847-F36ED83E7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646" y="744732"/>
            <a:ext cx="10920135" cy="15382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6611CD-12FB-B38E-30AD-5024C0CC61F3}"/>
                  </a:ext>
                </a:extLst>
              </p14:cNvPr>
              <p14:cNvContentPartPr/>
              <p14:nvPr/>
            </p14:nvContentPartPr>
            <p14:xfrm>
              <a:off x="9587818" y="954027"/>
              <a:ext cx="1744920" cy="307488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6611CD-12FB-B38E-30AD-5024C0CC61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81698" y="947906"/>
                <a:ext cx="1757160" cy="3197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69A7D6-5035-DAFC-F844-A6EA3D138F5A}"/>
                  </a:ext>
                </a:extLst>
              </p14:cNvPr>
              <p14:cNvContentPartPr/>
              <p14:nvPr/>
            </p14:nvContentPartPr>
            <p14:xfrm>
              <a:off x="9193091" y="1452927"/>
              <a:ext cx="1949341" cy="331392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69A7D6-5035-DAFC-F844-A6EA3D138F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86970" y="1446810"/>
                <a:ext cx="1961583" cy="343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1B9DFDA-F0E8-E2FE-CC74-A4379986D97E}"/>
                  </a:ext>
                </a:extLst>
              </p14:cNvPr>
              <p14:cNvContentPartPr/>
              <p14:nvPr/>
            </p14:nvContentPartPr>
            <p14:xfrm>
              <a:off x="5884606" y="945753"/>
              <a:ext cx="1683359" cy="71064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1B9DFDA-F0E8-E2FE-CC74-A4379986D9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78486" y="939621"/>
                <a:ext cx="1695599" cy="83329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7020CDD3-F2BF-B8AD-8C14-CAAE24666B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645" y="2329326"/>
            <a:ext cx="10920135" cy="43451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997EB0-EF16-5044-458D-0A6A513612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9851" y="2828226"/>
            <a:ext cx="7066935" cy="321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93C614-EE5A-E0A2-9327-7B7366C374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31833" y="3429000"/>
            <a:ext cx="2953162" cy="14003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1E15382-7084-1BB9-6F6E-0CC366DA2CBC}"/>
                  </a:ext>
                </a:extLst>
              </p14:cNvPr>
              <p14:cNvContentPartPr/>
              <p14:nvPr/>
            </p14:nvContentPartPr>
            <p14:xfrm>
              <a:off x="8564121" y="2828225"/>
              <a:ext cx="2249280" cy="321225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1E15382-7084-1BB9-6F6E-0CC366DA2CB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58001" y="2822110"/>
                <a:ext cx="2261520" cy="333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6FF2F66-4FC4-3829-CF86-C0F133CC8B97}"/>
                  </a:ext>
                </a:extLst>
              </p14:cNvPr>
              <p14:cNvContentPartPr/>
              <p14:nvPr/>
            </p14:nvContentPartPr>
            <p14:xfrm>
              <a:off x="4305321" y="4185151"/>
              <a:ext cx="1752480" cy="180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6FF2F66-4FC4-3829-CF86-C0F133CC8B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299201" y="4179031"/>
                <a:ext cx="17647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3ED93EC-7D6B-1D16-282D-077836EE7D3B}"/>
                  </a:ext>
                </a:extLst>
              </p14:cNvPr>
              <p14:cNvContentPartPr/>
              <p14:nvPr/>
            </p14:nvContentPartPr>
            <p14:xfrm>
              <a:off x="4306041" y="4365151"/>
              <a:ext cx="1726920" cy="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3ED93EC-7D6B-1D16-282D-077836EE7D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99921" y="4352911"/>
                <a:ext cx="17391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2916B6F-58CB-123D-ED9D-D76C224DFCB0}"/>
                  </a:ext>
                </a:extLst>
              </p14:cNvPr>
              <p14:cNvContentPartPr/>
              <p14:nvPr/>
            </p14:nvContentPartPr>
            <p14:xfrm>
              <a:off x="6075801" y="3126031"/>
              <a:ext cx="2891160" cy="10774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2916B6F-58CB-123D-ED9D-D76C224DFCB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69681" y="3119911"/>
                <a:ext cx="2903400" cy="10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B9F2930-A2B1-AED9-A799-C2A2323DC86C}"/>
                  </a:ext>
                </a:extLst>
              </p14:cNvPr>
              <p14:cNvContentPartPr/>
              <p14:nvPr/>
            </p14:nvContentPartPr>
            <p14:xfrm>
              <a:off x="8701281" y="3141151"/>
              <a:ext cx="252720" cy="18504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B9F2930-A2B1-AED9-A799-C2A2323DC86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95161" y="3135031"/>
                <a:ext cx="2649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0FB8828-9306-0907-4006-C39980FCDCA7}"/>
                  </a:ext>
                </a:extLst>
              </p14:cNvPr>
              <p14:cNvContentPartPr/>
              <p14:nvPr/>
            </p14:nvContentPartPr>
            <p14:xfrm>
              <a:off x="836721" y="5234911"/>
              <a:ext cx="1820880" cy="5335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0FB8828-9306-0907-4006-C39980FCDCA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0601" y="5228791"/>
                <a:ext cx="1833120" cy="54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62AA5C3-9601-E6DD-38EB-E363B8F8383B}"/>
              </a:ext>
            </a:extLst>
          </p:cNvPr>
          <p:cNvGrpSpPr/>
          <p:nvPr/>
        </p:nvGrpSpPr>
        <p:grpSpPr>
          <a:xfrm>
            <a:off x="2551401" y="4363711"/>
            <a:ext cx="1783080" cy="1049400"/>
            <a:chOff x="2551401" y="4363711"/>
            <a:chExt cx="1783080" cy="104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48BC422-B789-114C-4B79-B46386708B8B}"/>
                    </a:ext>
                  </a:extLst>
                </p14:cNvPr>
                <p14:cNvContentPartPr/>
                <p14:nvPr/>
              </p14:nvContentPartPr>
              <p14:xfrm>
                <a:off x="2551401" y="4363711"/>
                <a:ext cx="1783080" cy="1019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48BC422-B789-114C-4B79-B46386708B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45281" y="4357591"/>
                  <a:ext cx="1795320" cy="10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2C091DF-E762-178C-4EB4-E7C83D7BFDFD}"/>
                    </a:ext>
                  </a:extLst>
                </p14:cNvPr>
                <p14:cNvContentPartPr/>
                <p14:nvPr/>
              </p14:nvContentPartPr>
              <p14:xfrm>
                <a:off x="2590281" y="5220151"/>
                <a:ext cx="181800" cy="192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2C091DF-E762-178C-4EB4-E7C83D7BFDF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84161" y="5214031"/>
                  <a:ext cx="194040" cy="205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51939DC-5DEE-68BB-A95F-975762292558}"/>
              </a:ext>
            </a:extLst>
          </p:cNvPr>
          <p:cNvSpPr txBox="1"/>
          <p:nvPr/>
        </p:nvSpPr>
        <p:spPr>
          <a:xfrm>
            <a:off x="4601497" y="5413111"/>
            <a:ext cx="4986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比如说我选择</a:t>
            </a:r>
            <a:r>
              <a:rPr lang="en-NZ" altLang="zh-CN" dirty="0">
                <a:solidFill>
                  <a:srgbClr val="FF0000"/>
                </a:solidFill>
              </a:rPr>
              <a:t>domestic railway</a:t>
            </a:r>
            <a:r>
              <a:rPr lang="zh-CN" altLang="en-US" dirty="0">
                <a:solidFill>
                  <a:srgbClr val="FF0000"/>
                </a:solidFill>
              </a:rPr>
              <a:t>出行方式</a:t>
            </a:r>
            <a:endParaRPr lang="en-NZ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76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9A3DD4-0052-68C8-0CB0-89E2DAC1E3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696" y="719214"/>
            <a:ext cx="11156946" cy="154847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03AAA4-584D-B0E6-7ECF-5F7986C2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946"/>
            <a:ext cx="10515600" cy="608269"/>
          </a:xfrm>
        </p:spPr>
        <p:txBody>
          <a:bodyPr>
            <a:normAutofit/>
          </a:bodyPr>
          <a:lstStyle/>
          <a:p>
            <a:pPr algn="ctr"/>
            <a:r>
              <a:rPr lang="en-US" altLang="zh-CN" sz="3200" dirty="0"/>
              <a:t>Searching by Video Category</a:t>
            </a:r>
            <a:endParaRPr lang="en-NZ" sz="3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5A08C14-46B0-1CA1-11F0-2A2BAB29A9E7}"/>
                  </a:ext>
                </a:extLst>
              </p14:cNvPr>
              <p14:cNvContentPartPr/>
              <p14:nvPr/>
            </p14:nvContentPartPr>
            <p14:xfrm rot="21433429">
              <a:off x="6013034" y="961790"/>
              <a:ext cx="1665719" cy="61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5A08C14-46B0-1CA1-11F0-2A2BAB29A9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21433429">
                <a:off x="6006914" y="955670"/>
                <a:ext cx="1677959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FF6798-8814-68E4-8FD7-497879B97479}"/>
                  </a:ext>
                </a:extLst>
              </p14:cNvPr>
              <p14:cNvContentPartPr/>
              <p14:nvPr/>
            </p14:nvContentPartPr>
            <p14:xfrm>
              <a:off x="9743159" y="985316"/>
              <a:ext cx="1665719" cy="291892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FF6798-8814-68E4-8FD7-497879B974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37039" y="979190"/>
                <a:ext cx="1677959" cy="304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57639A5-736E-C72E-D45E-EFBF6F842004}"/>
                  </a:ext>
                </a:extLst>
              </p14:cNvPr>
              <p14:cNvContentPartPr/>
              <p14:nvPr/>
            </p14:nvContentPartPr>
            <p14:xfrm>
              <a:off x="9436401" y="1474504"/>
              <a:ext cx="1610640" cy="271743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57639A5-736E-C72E-D45E-EFBF6F8420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30281" y="1468385"/>
                <a:ext cx="1622880" cy="28398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3EE434C9-CA6B-C890-2E4E-CD0A8B6986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696" y="2282092"/>
            <a:ext cx="11156946" cy="44577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976AF6-43D3-D744-2F59-D93CEAE39E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26440" y="3191676"/>
            <a:ext cx="6769379" cy="3514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834C32-E006-B89A-DA80-725E3A82F1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6899" y="3952262"/>
            <a:ext cx="3445940" cy="22972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3364683-9605-FDA1-01D8-FE6415B7E25B}"/>
                  </a:ext>
                </a:extLst>
              </p14:cNvPr>
              <p14:cNvContentPartPr/>
              <p14:nvPr/>
            </p14:nvContentPartPr>
            <p14:xfrm>
              <a:off x="654781" y="5772428"/>
              <a:ext cx="1815620" cy="544125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3364683-9605-FDA1-01D8-FE6415B7E2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8662" y="5766310"/>
                <a:ext cx="1827859" cy="556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6AB2340-28EE-9F07-5FF2-21266F371252}"/>
                  </a:ext>
                </a:extLst>
              </p14:cNvPr>
              <p14:cNvContentPartPr/>
              <p14:nvPr/>
            </p14:nvContentPartPr>
            <p14:xfrm>
              <a:off x="9744259" y="3154078"/>
              <a:ext cx="1051560" cy="458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6AB2340-28EE-9F07-5FF2-21266F3712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38139" y="3147958"/>
                <a:ext cx="106380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FB00E2D-C666-2971-B397-86BF28B8AC28}"/>
                  </a:ext>
                </a:extLst>
              </p14:cNvPr>
              <p14:cNvContentPartPr/>
              <p14:nvPr/>
            </p14:nvContentPartPr>
            <p14:xfrm>
              <a:off x="5056281" y="4612471"/>
              <a:ext cx="1373760" cy="324931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FB00E2D-C666-2971-B397-86BF28B8AC2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50161" y="4606354"/>
                <a:ext cx="1386000" cy="337165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F0A5625-7A05-1A02-52BB-CAAEC8843E21}"/>
              </a:ext>
            </a:extLst>
          </p:cNvPr>
          <p:cNvGrpSpPr/>
          <p:nvPr/>
        </p:nvGrpSpPr>
        <p:grpSpPr>
          <a:xfrm>
            <a:off x="6383601" y="3510151"/>
            <a:ext cx="3452040" cy="1193040"/>
            <a:chOff x="6383601" y="3510151"/>
            <a:chExt cx="3452040" cy="11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33F12E-CB47-B3E0-ECA4-5F826BD4E98F}"/>
                    </a:ext>
                  </a:extLst>
                </p14:cNvPr>
                <p14:cNvContentPartPr/>
                <p14:nvPr/>
              </p14:nvContentPartPr>
              <p14:xfrm>
                <a:off x="6383601" y="3510151"/>
                <a:ext cx="3380040" cy="1193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33F12E-CB47-B3E0-ECA4-5F826BD4E98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77481" y="3504031"/>
                  <a:ext cx="3392280" cy="12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E84A3BB-AE3D-6E83-0155-F8F21A3C532E}"/>
                    </a:ext>
                  </a:extLst>
                </p14:cNvPr>
                <p14:cNvContentPartPr/>
                <p14:nvPr/>
              </p14:nvContentPartPr>
              <p14:xfrm>
                <a:off x="9526761" y="3534991"/>
                <a:ext cx="308880" cy="208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E84A3BB-AE3D-6E83-0155-F8F21A3C53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20641" y="3528871"/>
                  <a:ext cx="321120" cy="22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DAEA5CD-09B5-1959-6793-0670A9F943AC}"/>
                  </a:ext>
                </a:extLst>
              </p14:cNvPr>
              <p14:cNvContentPartPr/>
              <p14:nvPr/>
            </p14:nvContentPartPr>
            <p14:xfrm>
              <a:off x="2314881" y="4748911"/>
              <a:ext cx="2788200" cy="11653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DAEA5CD-09B5-1959-6793-0670A9F943A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08761" y="4742791"/>
                <a:ext cx="2800440" cy="11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2E9AAA1-61CE-4138-544D-5A72175C37B9}"/>
                  </a:ext>
                </a:extLst>
              </p14:cNvPr>
              <p14:cNvContentPartPr/>
              <p14:nvPr/>
            </p14:nvContentPartPr>
            <p14:xfrm>
              <a:off x="2332161" y="5736391"/>
              <a:ext cx="276480" cy="2394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2E9AAA1-61CE-4138-544D-5A72175C37B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26041" y="5730271"/>
                <a:ext cx="288720" cy="25164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B6DA039-A694-B93F-38AA-E954B980801C}"/>
              </a:ext>
            </a:extLst>
          </p:cNvPr>
          <p:cNvSpPr txBox="1"/>
          <p:nvPr/>
        </p:nvSpPr>
        <p:spPr>
          <a:xfrm>
            <a:off x="6923191" y="4916242"/>
            <a:ext cx="3826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比如说我选择</a:t>
            </a:r>
            <a:r>
              <a:rPr lang="en-NZ" altLang="zh-CN" sz="1800" dirty="0">
                <a:solidFill>
                  <a:srgbClr val="FF0000"/>
                </a:solidFill>
              </a:rPr>
              <a:t>exciting</a:t>
            </a:r>
            <a:r>
              <a:rPr lang="zh-CN" altLang="en-US" sz="1800" dirty="0">
                <a:solidFill>
                  <a:srgbClr val="FF0000"/>
                </a:solidFill>
              </a:rPr>
              <a:t>的视频类型</a:t>
            </a:r>
            <a:endParaRPr lang="en-NZ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4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7162-B2CB-42B4-978B-97900B1C4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Next Step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86908-DB16-3C4D-1428-7F7796A9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NZ" dirty="0"/>
              <a:t>Search by Travelling Type + City ID</a:t>
            </a:r>
          </a:p>
          <a:p>
            <a:pPr marL="514350" indent="-514350">
              <a:buFont typeface="+mj-lt"/>
              <a:buAutoNum type="arabicPeriod"/>
            </a:pPr>
            <a:r>
              <a:rPr lang="en-NZ" dirty="0"/>
              <a:t>Add a new field named </a:t>
            </a:r>
            <a:r>
              <a:rPr lang="en-NZ" dirty="0" err="1"/>
              <a:t>url</a:t>
            </a:r>
            <a:r>
              <a:rPr lang="en-NZ" dirty="0"/>
              <a:t> in class </a:t>
            </a:r>
            <a:r>
              <a:rPr lang="en-NZ" dirty="0" err="1"/>
              <a:t>TravellingVideo</a:t>
            </a:r>
            <a:r>
              <a:rPr lang="en-NZ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NZ" dirty="0"/>
              <a:t>Create frontend template in Vue.js. (head, top-nav, contents, footer)</a:t>
            </a:r>
          </a:p>
          <a:p>
            <a:pPr marL="514350" indent="-514350">
              <a:buFont typeface="+mj-lt"/>
              <a:buAutoNum type="arabicPeriod"/>
            </a:pPr>
            <a:r>
              <a:rPr lang="en-NZ" dirty="0"/>
              <a:t>When I click “domestic</a:t>
            </a:r>
            <a:r>
              <a:rPr lang="zh-CN" altLang="en-US" dirty="0"/>
              <a:t> </a:t>
            </a:r>
            <a:r>
              <a:rPr lang="en-NZ" altLang="zh-CN" dirty="0"/>
              <a:t>driving”</a:t>
            </a:r>
            <a:r>
              <a:rPr lang="zh-CN" altLang="en-US" dirty="0"/>
              <a:t> </a:t>
            </a:r>
            <a:r>
              <a:rPr lang="en-NZ" altLang="zh-CN" dirty="0"/>
              <a:t>tab,</a:t>
            </a:r>
            <a:r>
              <a:rPr lang="zh-CN" altLang="en-US" dirty="0"/>
              <a:t> </a:t>
            </a:r>
            <a:r>
              <a:rPr lang="en-NZ" altLang="zh-CN" dirty="0"/>
              <a:t>pop</a:t>
            </a:r>
            <a:r>
              <a:rPr lang="zh-CN" altLang="en-US" dirty="0"/>
              <a:t> </a:t>
            </a:r>
            <a:r>
              <a:rPr lang="en-NZ" altLang="zh-CN" dirty="0"/>
              <a:t>up a </a:t>
            </a:r>
            <a:r>
              <a:rPr lang="en-NZ" dirty="0"/>
              <a:t>Cascading Dropdown menu. </a:t>
            </a:r>
            <a:r>
              <a:rPr lang="en-NZ"/>
              <a:t>First level </a:t>
            </a:r>
            <a:r>
              <a:rPr lang="en-NZ" dirty="0"/>
              <a:t>only.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76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180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The searching method</vt:lpstr>
      <vt:lpstr>Searching method</vt:lpstr>
      <vt:lpstr>Search by Video ID</vt:lpstr>
      <vt:lpstr>Searching by Travelling Type</vt:lpstr>
      <vt:lpstr>Searching by Video Category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Haoran Xin</dc:creator>
  <cp:lastModifiedBy>Haoran Xin</cp:lastModifiedBy>
  <cp:revision>60</cp:revision>
  <dcterms:created xsi:type="dcterms:W3CDTF">2026-09-21T21:22:15Z</dcterms:created>
  <dcterms:modified xsi:type="dcterms:W3CDTF">2026-09-26T09:46:34Z</dcterms:modified>
</cp:coreProperties>
</file>