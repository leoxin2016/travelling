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0:54:53.233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0 0 24513,'0'1168'0,"5475"-1168"0,-5475-1168 0,-5475 1168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1:06:46.261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0 81 24462,'5040'-81'0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1:06:49.444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1 432 24575,'7'0'0,"2"-7"0,-1-9 0,-1-10 0,-2-6 0,-2-5 0,-1-4 0,-1-1 0,-1-1 0,-1 0 0,1 1 0,-7 0 0,-3 7 0,2 10-8191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1:06:54.583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5081 0 24318,'-5081'0'0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1:06:58.358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44 1 24575,'-7'0'0,"-2"13"0,0 13 0,1 8 0,3 5 0,2 3 0,1 2 0,2 0 0,0-1 0,7 0 0,3-1 0,-1 0 0,-1-1 0,-3 0 0,-1 0 0,4 0 0,2-7-8191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1:07:58.836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0 0 23209,'4836'0'0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1:08:03.870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0 407 24575,'0'-7'0,"0"-10"0,0-8 0,0-7 0,0-6 0,0-2 0,0-2 0,0-1 0,0 0 0,0 1 0,0 0 0,0 7-8191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1:08:08.440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4958 40 24432,'-4958'-40'0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1:08:11.465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0 0 24575,'0'7'0,"0"9"0,0 9 0,0 7 0,0 5 0,0 3 0,0 2 0,0 1 0,0 0 0,0-1 0,0 1 0,0-2 0,0 1 0,0-1 0,8-7 0,1-2 0,7-1 0,0-4-8191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0:49:40.639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339 205 24575,'-3'3'0,"0"0"0,0 0 0,0 0 0,0 0 0,1 0 0,-4 7 0,4-7 0,0 0 0,0 0 0,-1 0 0,1 0 0,-1 0 0,0 0 0,-5 4 0,-57 28 0,53-29 0,1 0 0,-1 0 0,1 0 0,1 1 0,0 0 0,-17 16 0,14-8 0,2 1 0,0-1 0,1 1 0,2 1 0,0 0 0,1-1 0,1 2 0,2-1 0,0 0 0,2 1 0,1 28 0,1-40 0,1-1 0,0 1 0,1 0 0,0-1 0,0 1 0,1-1 0,-1 0 0,2 0 0,-1 0 0,1 0 0,0 0 0,1 0 0,-1 0 0,10 6 0,5 1 0,0 0 0,1 0 0,27 11 0,5 2 0,-24-12 0,1-2 0,0 0 0,2-2 0,-1 0 0,2-1 0,-1-1 0,36 4 0,37 9 0,-31-4 0,256 50 0,-257-55 0,0-1 0,126 3 0,411-14 0,-235-1 0,144-16 0,-312 11 0,-38 1 0,-154 5 0,-1-1 0,1 0 0,-1-1 0,0 0 0,0 0 0,0-1 0,-1 0 0,1 0 0,-2-1 0,18-9 0,7-6 0,57-43 0,-81 54 0,-1-1 0,0 0 0,-2-1 0,1 1 0,-2-1 0,0-1 0,-1 1 0,0-1 0,-2 0 0,0 0 0,-1 0 0,3-16 0,0-15 0,-2-1 0,-4-50 0,-2 71 0,-1 0 0,-11-44 0,10 56 0,-2 1 0,0-1 0,0 1 0,-1 0 0,-1 1 0,0-1 0,-1 1 0,-14-14 0,5 8 0,-2 0 0,-36-24 0,47 35 0,0 0 0,0 0 0,-1 0 0,0 0 0,0 1 0,0 0 0,0 0 0,-1 1 0,0 0 0,1 0 0,-12-1 0,-196-28 0,150 19 0,21 6 0,-1 2 0,-74-1 0,-52-4 0,38-2 0,-1 5 0,-149 6 0,-45-1 0,281-2 0,1-2 0,-77-16 0,77 12 0,-1 2 0,-69-5 0,-313 12 0,274 14 0,97-7 0,-84 2 0,121-7 0,1 0 0,0 2 0,0 0 0,0 0 0,1 2 0,0 0 0,-37 14 0,25-8 0,5-3 0,1 2 0,0 0 0,2 1 0,0 1 0,0 0 0,2 1 0,0 1 0,2 1 0,0 0 0,-27 30 0,41-38 0,1 2 0,1-1 0,0 0 0,1 1 0,0 0 0,1-1 0,0 1 0,0 14 0,1-3 0,2 0 0,7 40 0,-3-51 0,0 0 0,1 0 0,1 0 0,0-1 0,0 1 0,2-1 0,0-1 0,0 1 0,1-1 0,17 13 0,7 8 0,-4-3-1365,-4-6-5461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09:52:20.599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7 626 24575,'1886'0'0,"-1830"-3"0,90-15 0,18-2 0,225 17 0,-201 5 0,-182-2 0,1 0 0,-1 0 0,0 0 0,0-1 0,0 0 0,0 0 0,1-1 0,-2 1 0,1-1 0,0-1 0,0 1 0,6-5 0,-8 4 0,-1 0 0,0 0 0,0-1 0,0 0 0,0 1 0,0-1 0,-1 0 0,0 0 0,0 0 0,0-1 0,0 1 0,-1-1 0,1 1 0,-1-1 0,0 1 0,0-10 0,0-8 0,0 0 0,-2 1 0,-1-1 0,0 0 0,-2 1 0,-8-28 0,-6-45 0,17 81 0,-1 0 0,-1 0 0,0 0 0,0 0 0,-1 1 0,-1-1 0,0 1 0,-14-22 0,15 28 0,-1 0 0,1 1 0,-2-1 0,1 1 0,-1 0 0,1 1 0,-1 0 0,0 0 0,-1 0 0,1 0 0,-1 1 0,0 0 0,0 1 0,0-1 0,0 1 0,0 1 0,-11-2 0,-37-2 0,-1 3 0,-87 7 0,21 0 0,-780-5 0,861 2 0,0 2 0,-46 11 0,42-7 0,-68 4 0,-340-11 0,209-3 0,214 4 0,-1 1 0,-51 12 0,-20 3 0,87-17 0,1 1 0,-1 1 0,1 0 0,-1 1 0,1 0 0,-21 10 0,29-11 0,1 0 0,0 1 0,-1 0 0,1-1 0,0 2 0,1-1 0,-1 0 0,1 1 0,0 0 0,0 0 0,1 0 0,-1 1 0,1-1 0,0 1 0,0 0 0,1 0 0,-3 10 0,1 0 11,1 1 0,1 0 0,1-1 0,0 1 1,1 0-1,1 0 0,0 0 0,5 19 0,6 18-482,22 59 1,-26-88-54,3 10-6302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09:52:35.113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53 503 24575,'39'0'0,"0"1"0,0 2 0,45 10 0,-8-2 0,1-2 0,0-4 0,117-7 0,86 5 0,-138 16 0,-81-9 0,64 1 0,548-9 0,-322-5 0,-342 3 0,-1 0 0,1 1 0,0 0 0,-1 0 0,1 1 0,-1 0 0,0 1 0,0-1 0,1 2 0,-2-1 0,1 1 0,0 0 0,-1 1 0,0 0 0,0 0 0,12 11 0,-9-8 0,2 1 0,-1-2 0,1 0 0,0 0 0,1-1 0,0-1 0,0 0 0,0-1 0,0 0 0,0-1 0,1 0 0,15 0 0,-22-2 0,0-1 0,0 0 0,-1 0 0,1 0 0,0-1 0,-1 0 0,1-1 0,0 1 0,-1-1 0,1-1 0,-1 1 0,0-1 0,0 0 0,0 0 0,0-1 0,-1 0 0,1 0 0,-1 0 0,0-1 0,0 0 0,-1 0 0,1 0 0,-1 0 0,0-1 0,6-11 0,0-5 0,-1-1 0,-1 0 0,-2 0 0,0-1 0,-1 0 0,-1 0 0,-1 0 0,-2 0 0,-1-34 0,-2 25 0,-1 1 0,-2-1 0,-1 1 0,-1 0 0,-2 0 0,-19-43 0,25 69 0,0 0 0,0 1 0,-1-1 0,0 1 0,0 0 0,0 0 0,-1 0 0,1 0 0,-1 1 0,0 0 0,-1 0 0,1 0 0,-1 1 0,1 0 0,-1 0 0,0 0 0,0 1 0,-1 0 0,1 0 0,0 0 0,-13-1 0,-11 0 0,0 1 0,0 2 0,-50 6 0,15-2 0,-589 0 0,364-6 0,238 5 0,-88 15 0,82-9 0,-61 2 0,-526-9 0,307-4 0,331 1 0,-1 1 0,1 1 0,0-1 0,-1 1 0,1 1 0,0-1 0,0 1 0,0 1 0,-8 2 0,12-3 0,0 1 0,-1-1 0,2 0 0,-1 1 0,0-1 0,0 1 0,1 0 0,-1 0 0,1 0 0,0 0 0,0 0 0,0 1 0,0-1 0,1 1 0,-1-1 0,1 1 0,0 0 0,0-1 0,0 7 0,-3 16 0,1 0 0,2-1 0,0 1 0,2 0 0,1 0 0,1 0 0,8 32 0,-10-53 5,1 0-1,-1 0 0,1 0 1,1 0-1,-1-1 0,1 1 0,-1-1 1,1 0-1,0 1 0,1-1 1,-1-1-1,1 1 0,0 0 1,0-1-1,0 0 0,0 0 1,0 0-1,1-1 0,-1 1 1,1-1-1,0 0 0,0 0 1,6 1-1,8 1-210,0-1 0,0-2 0,1 1 0,36-4 0,-40 1-233,21 0-6387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09:52:43.421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0 0 24518,'0'798'0,"3417"-798"0,-3417-798 0,-3417 798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09:52:57.530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211 71 24575,'-8'0'0,"0"-1"0,0 2 0,0-1 0,0 1 0,0 1 0,0-1 0,1 1 0,-1 0 0,1 1 0,-1 0 0,1 0 0,0 1 0,0 0 0,0 0 0,0 1 0,1-1 0,0 1 0,0 1 0,0-1 0,0 1 0,1 0 0,0 1 0,1-1 0,-1 1 0,1 0 0,0 0 0,-4 12 0,3-7 0,0 1 0,2 0 0,-1 0 0,1 0 0,1 0 0,1 0 0,0 1 0,0-1 0,1 1 0,4 22 0,-2-26 0,0-1 0,1 1 0,0 0 0,0 0 0,1-1 0,1 0 0,0 0 0,0 0 0,0-1 0,1 1 0,1-1 0,-1-1 0,1 1 0,12 9 0,129 90 0,-96-72 0,72 62 0,-113-88 0,0-1 0,0 0 0,0-1 0,1 0 0,0 0 0,0-2 0,1 1 0,0-2 0,0 0 0,0 0 0,0-1 0,20 2 0,15-2 0,-1-1 0,61-7 0,-14 1 0,609 3 0,-668-1 0,-1-2 0,56-12 0,-53 8 0,73-5 0,-17 12 0,-51 2 0,0-2 0,-1-1 0,1-2 0,-1-2 0,68-19 0,-68 13 0,0 1 0,1 2 0,0 3 0,55-3 0,175 9 0,-112 4 0,-42-2 0,-48 1 0,-1-3 0,91-13 0,-127 8 0,0-1 0,-1-3 0,0 0 0,-1-2 0,0-1 0,56-32 0,-82 42 0,-1-1 0,0 0 0,0 0 0,0-1 0,-1 1 0,1-1 0,-1 0 0,0 0 0,0 0 0,0 0 0,-1 0 0,1-1 0,-1 1 0,0-1 0,0 0 0,-1 1 0,1-1 0,0-9 0,-1 7 0,-1-1 0,-1 0 0,1 0 0,-1 1 0,-1-1 0,1 1 0,-1-1 0,-1 1 0,1-1 0,-1 1 0,-5-7 0,-7-12 0,-1 1 0,-1 1 0,-2 1 0,0 1 0,-29-27 0,16 24 0,0 1 0,-2 1 0,-1 2 0,0 2 0,-74-30 0,106 48 0,-21-8 0,-1 1 0,0 0 0,0 2 0,-1 1 0,-50-3 0,-136 9 0,99 2 0,-30 0 0,-221-6 0,255-12 0,85 10 0,0 1 0,0 1 0,0 1 0,0 1 0,0 1 0,-36 5 0,-21 8 0,-132 4 0,-84-18 0,106-2 0,-744 3 0,920 0 20,0 0 0,0 1 0,0 1 0,0 1 0,-19 5 0,28-6-113,0 0 0,0 1 1,0-1-1,1 1 0,0 1 0,-1-1 0,1 1 0,0 0 1,1 0-1,-1 0 0,1 1 0,0-1 0,0 1 1,0 0-1,-3 7 0,-8 18-6733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09:55:52.167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113 702 24575,'285'0'0,"-260"-2"0,-1-1 0,1-1 0,-1-1 0,0-1 0,36-15 0,-31 11 0,1 1 0,-1 1 0,32-4 0,41 5 0,131 9 0,-76 1 0,622-3 0,-740 2 0,1 2 0,50 11 0,-47-6 0,72 4 0,57-15 0,66 4 0,-111 17 0,-83-11 0,72 5 0,-100-12 0,1-1 0,-1 0 0,0-1 0,1-1 0,16-4 0,-28 4 0,1 0 0,-1 0 0,0 0 0,0-1 0,0 0 0,0 0 0,-1 0 0,1-1 0,-1 1 0,0-1 0,0 0 0,0 0 0,0-1 0,-1 1 0,1-1 0,-1 0 0,5-9 0,1-7 0,-1 1 0,-1-1 0,0-1 0,-2 1 0,0-1 0,2-34 0,-5 12 0,-1-1 0,-7-56 0,5 94 0,0-1 0,0 1 0,-1 0 0,0-1 0,0 1 0,-1 0 0,0 1 0,0-1 0,0 0 0,-1 1 0,0 0 0,0-1 0,-1 2 0,0-1 0,0 0 0,0 1 0,0 0 0,-1 0 0,0 1 0,0 0 0,0 0 0,-1 0 0,0 1 0,1 0 0,-1 0 0,0 0 0,0 1 0,-14-3 0,-16-1 0,-1 2 0,1 1 0,-1 2 0,-58 5 0,33-1 0,8-1 0,-1-2 0,0-3 0,1-2 0,0-3 0,-78-20 0,86 15 0,-1 3 0,-1 2 0,-79-4 0,-151 13 0,110 2 0,-667-3 0,805 2 0,1 1 0,-53 12 0,-19 3 0,-33 3 0,84-11 0,-91 5 0,84-17 0,42 0 0,1 1 0,-1 1 0,1 1 0,-1 0 0,1 1 0,-30 7 0,41-7 0,0 0 0,1 0 0,-1 0 0,1 1 0,0 0 0,0 0 0,-1 0 0,2 0 0,-1 0 0,0 0 0,1 1 0,-1-1 0,1 1 0,0 0 0,0 0 0,1 0 0,-1-1 0,1 2 0,0-1 0,0 0 0,0 0 0,0 8 0,-1 12 0,1 0 0,4 46 0,-1-39 0,-2-6 0,-2 0 0,0-1 0,-7 25 0,-3 38 0,12-83 0,0 0 0,0 0 0,0 0 0,1 0 0,-1 0 0,1 0 0,0-1 0,0 1 0,0 0 0,1 0 0,-1-1 0,1 1 0,0 0 0,0-1 0,0 0 0,5 6 0,-2-4 0,-1-1 0,1 0 0,0 0 0,1-1 0,-1 1 0,1-1 0,-1 0 0,1-1 0,10 4 0,7 0 0,0-1 0,0-2 0,0 0 0,39-1 0,27-4-98,-43-1 207,77 7 1,-111-3-234,-1 1 0,1 0 0,-1 0 1,1 1-1,-1 1 0,0 0 0,0 1 0,-1 0 0,1 0 1,-1 1-1,15 11 0,-3 5-6702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05:20:15.537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252 88 24575,'-5'0'0,"0"1"0,0 0 0,0 0 0,0 1 0,0-1 0,0 1 0,1 0 0,-1 0 0,1 1 0,-1-1 0,1 1 0,0 0 0,0 0 0,0 0 0,0 1 0,1-1 0,0 1 0,-1 0 0,1 0 0,-3 7 0,-8 10 0,2 1 0,-17 44 0,20-47 0,-56 151 0,57-143 0,1 1 0,2-1 0,0 1 0,0 43 0,4-6 0,10 80 0,-6-119 0,2-1 0,0 1 0,2-1 0,1 0 0,1-1 0,12 24 0,-3-12 0,0 1 0,2-1 0,30 42 0,-32-52 0,1-1 0,1-1 0,1-1 0,1-1 0,1-1 0,1-1 0,38 25 0,-40-31 0,1-1 0,0-1 0,1-1 0,0-1 0,0-1 0,1-1 0,0-2 0,33 5 0,12 0 0,131 36 0,-196-46 0,45 10 0,0-3 0,0-2 0,62 0 0,-48-4 0,76 14 0,114 40 0,-145-29 0,1-4 0,127 9 0,-203-30 0,145 14 0,53 4 0,1 0 0,98 30 0,-214-38 0,0-5 0,128-9 0,-84-1 0,-92 3 0,74-11 0,-112 6 0,-1-1 0,1-1 0,-2-2 0,52-22 0,-7 0 0,142-39 0,-188 62 0,0-2 0,-1-1 0,0-1 0,49-30 0,-29 10 0,71-63 0,-36 29 0,-44 37 0,60-59 0,-88 77 0,-1 1 0,0-1 0,-1 0 0,-1-1 0,1 0 0,-2 0 0,0 0 0,0-1 0,-1 0 0,5-22 0,-4-14 0,-2 0 0,-2 1 0,-3-1 0,-10-78 0,8 93 0,-1 3 0,-1-1 0,-2 1 0,-2 0 0,0 1 0,-2 0 0,-1 0 0,-2 1 0,-1 1 0,-1 0 0,-1 2 0,-1-1 0,-2 2 0,0 1 0,-26-24 0,26 28 0,-1 1 0,-1 1 0,-1 2 0,0 0 0,-1 1 0,-1 1 0,0 1 0,-1 1 0,0 2 0,-35-10 0,-43-10 0,-1 5 0,-2 4 0,0 5 0,-182-4 0,253 21 0,-19 1 0,-1-3 0,1-1 0,-1-4 0,-104-23 0,102 15 0,0 2 0,0 2 0,-83-2 0,-181 13 0,124 3 0,-478-4 0,652 1 0,0 2 0,0 0 0,-34 10 0,30-6 0,-56 7 0,-384-11 0,241-6 0,82 1 0,-156 6 0,283-2 0,0 2 0,0 0 0,0 1 0,1 1 0,-27 12 0,25-9 0,1-2 0,-1 0 0,-1-1 0,-23 3 0,5-5-1365,3-2-5461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05:21:28.094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0 420 24575,'1'3'0,"0"0"0,1 0 0,-1 0 0,0 0 0,1 0 0,0 0 0,0-1 0,0 1 0,0 0 0,0-1 0,0 1 0,1-1 0,2 2 0,10 12 0,35 45 0,86 81 0,-133-138 0,0-1 0,1 0 0,-1 0 0,1 0 0,0-1 0,0 1 0,0-1 0,0 0 0,0 0 0,0 0 0,1 0 0,-1-1 0,1 0 0,-1 0 0,1 0 0,0-1 0,-1 1 0,1-1 0,0 0 0,8-1 0,-6-1 0,-1-1 0,1 1 0,-1-1 0,0 0 0,0 0 0,0-1 0,-1 1 0,1-1 0,-1-1 0,0 1 0,0-1 0,-1 0 0,1 0 0,4-6 0,9-17 0,0-1 0,-2 0 0,17-42 0,11-20 0,2 9-455,4 2 0,106-130 0,-127 179-6371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05:23:16.940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1 42 24575,'573'0'0,"-540"-1"0,-1-3 0,57-12 0,-61 10 0,0 0 0,0 2 0,1 2 0,32 0 0,-43 5 0,0 0 0,-1 2 0,1 0 0,-1 1 0,-1 0 0,1 2 0,27 16 0,-18-10 0,46 18 0,-38-22-1365,-3-4-5461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05:23:19.572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1 1 24575,'1436'0'-1365,"-1401"0"-5461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0111A6-83EF-49C5-A3C9-60D202FFE003}" type="datetimeFigureOut">
              <a:rPr lang="en-NZ" smtClean="0"/>
              <a:t>18/09/2026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720C4-5235-4016-8938-54BD81D23C4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35474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49578-5ACF-BDBE-0738-1DA84BBA8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FB55DC-1C39-A47B-25CE-661A3F7E81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EF0E2-1DD2-6577-EFB9-92B163C5C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AD32-8113-4A22-A841-1F9A67BEA3E5}" type="datetimeFigureOut">
              <a:rPr lang="en-NZ" smtClean="0"/>
              <a:t>18/09/2026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E6CD0-E4EC-06EC-1388-73B422C79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44440-F028-3BE4-F9E4-85C901F84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FD8D-F741-4404-909C-A11AF7CD989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29430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A9171-D1A8-795C-6B63-E74437BAD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99792-C21B-783B-12C9-836874104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6F575-435C-E0EE-3392-96E80CB67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AD32-8113-4A22-A841-1F9A67BEA3E5}" type="datetimeFigureOut">
              <a:rPr lang="en-NZ" smtClean="0"/>
              <a:t>18/09/2026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4BED0-8764-FE13-FEDE-DB9B3250F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784D9-A94A-E784-C147-D31E9CC40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FD8D-F741-4404-909C-A11AF7CD989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0860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DFD4B-4BC1-9DF6-EAFB-2486547A9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E1CC1-2A41-E26E-26EF-5DC1AA067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E4265-C232-3479-5E98-E88323F34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AD32-8113-4A22-A841-1F9A67BEA3E5}" type="datetimeFigureOut">
              <a:rPr lang="en-NZ" smtClean="0"/>
              <a:t>18/09/2026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21460-7DCD-4D43-BFB6-D606F1102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446EB-90F2-6D29-2458-B0EC12A70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FD8D-F741-4404-909C-A11AF7CD989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52703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9D63A-AB02-2565-950C-304F7CB14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D6AFB-8F72-87B7-54E6-8A026139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B6ED6-BF90-FC81-8ACB-B177B938A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E0C4D-B3A4-9771-48A4-BEC8A0FB5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AD32-8113-4A22-A841-1F9A67BEA3E5}" type="datetimeFigureOut">
              <a:rPr lang="en-NZ" smtClean="0"/>
              <a:t>18/09/2026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D4F6E7-DADA-457C-59F1-43247445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F4EF5-64C2-2C5B-D471-7C7AAA5E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FD8D-F741-4404-909C-A11AF7CD989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73010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2CBB1-D321-DD77-E6CB-AAC8CB810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00E3E-18B0-3F3A-0E51-03CDB6E60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F27211-2383-A5AE-94F7-5BBFC7467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8C9605-9705-1FAC-8D40-0AC9EAB221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2C7904-B243-EFF5-5FF6-B018A9DE41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81E1B8-530A-5DDE-D407-8489725CA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AD32-8113-4A22-A841-1F9A67BEA3E5}" type="datetimeFigureOut">
              <a:rPr lang="en-NZ" smtClean="0"/>
              <a:t>18/09/2026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E98D1F-C72F-4CE4-59C9-4243C79A1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0D6000-D108-F7EF-C163-4BE21EBD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FD8D-F741-4404-909C-A11AF7CD989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45882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E33A9-58CE-2E98-960A-C6CF80E98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8243C4-EB35-137F-4F27-7F2A5127A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AD32-8113-4A22-A841-1F9A67BEA3E5}" type="datetimeFigureOut">
              <a:rPr lang="en-NZ" smtClean="0"/>
              <a:t>18/09/2026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DD1B52-C2B0-83F7-071F-B27BA300D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7C2D59-F568-45CD-C745-09DF8E96B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FD8D-F741-4404-909C-A11AF7CD989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9479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3FC24F-444E-B9A9-62F3-49D661DE9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AD32-8113-4A22-A841-1F9A67BEA3E5}" type="datetimeFigureOut">
              <a:rPr lang="en-NZ" smtClean="0"/>
              <a:t>18/09/2026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9F3735-84C8-D73A-7EA0-5BCB17607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72EBB-265B-44E2-FF93-E5470BC79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FD8D-F741-4404-909C-A11AF7CD989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3507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9080B-5E02-7348-FE95-08400718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C706B-23E0-A424-3B24-8B3ECE038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40FDE-2DEF-9E2B-054C-03C252772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469F92-1DB2-449B-F119-3B6E95B97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AD32-8113-4A22-A841-1F9A67BEA3E5}" type="datetimeFigureOut">
              <a:rPr lang="en-NZ" smtClean="0"/>
              <a:t>18/09/2026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0F227-6530-B62F-965F-C8EDB620F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0F3EA-5AE4-52AA-C81C-2011C9582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FD8D-F741-4404-909C-A11AF7CD989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64242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2255D-7A23-56DD-181B-DFA63B4F7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4BA79F-6E36-88C3-1072-635D309F02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57117-D492-1181-AF65-3F8D73CE8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1964C-C335-EACD-F50A-78FEF65E0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AD32-8113-4A22-A841-1F9A67BEA3E5}" type="datetimeFigureOut">
              <a:rPr lang="en-NZ" smtClean="0"/>
              <a:t>18/09/2026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FB946-B247-B627-07ED-F2DA8CAA0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F177A-34AE-9D64-4141-826268A05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FD8D-F741-4404-909C-A11AF7CD989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00782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6377F-468A-E37F-4121-EF58E7F6F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C65F2-94BB-9D68-140C-5EB4454D0F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592BF-038C-5532-BB99-89BC8E3AF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AD32-8113-4A22-A841-1F9A67BEA3E5}" type="datetimeFigureOut">
              <a:rPr lang="en-NZ" smtClean="0"/>
              <a:t>18/09/2026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0750C-AB5D-8C0A-9F55-5E30B08CC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E27C2-183D-4FAB-2EDD-F754E43A5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FD8D-F741-4404-909C-A11AF7CD989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56756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0296-C1E7-D10C-F919-D17213E3CF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52BC4D-D8D3-92D1-9CEC-E19376C00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1D472-332D-AFE9-2066-17849740B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AD32-8113-4A22-A841-1F9A67BEA3E5}" type="datetimeFigureOut">
              <a:rPr lang="en-NZ" smtClean="0"/>
              <a:t>18/09/2026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1AF25-BD04-8399-DA20-1D22B36BF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0B0FF-3142-741E-CB55-1FCFF73F8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FD8D-F741-4404-909C-A11AF7CD989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21119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8917C3-28EF-155F-B62B-6AA13412F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489A6-18B5-A1C6-B830-DC9213CFD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D95F7-A493-8312-B911-C864409700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04AD32-8113-4A22-A841-1F9A67BEA3E5}" type="datetimeFigureOut">
              <a:rPr lang="en-NZ" smtClean="0"/>
              <a:t>18/09/2026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267BE-C799-ACE1-2F5E-AA91EBED65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7F4DC-53ED-012E-6228-18CC6EAD0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D0FD8D-F741-4404-909C-A11AF7CD989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77239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5.xml"/><Relationship Id="rId18" Type="http://schemas.openxmlformats.org/officeDocument/2006/relationships/image" Target="../media/image10.png"/><Relationship Id="rId3" Type="http://schemas.openxmlformats.org/officeDocument/2006/relationships/customXml" Target="../ink/ink1.xml"/><Relationship Id="rId21" Type="http://schemas.openxmlformats.org/officeDocument/2006/relationships/customXml" Target="../ink/ink9.xml"/><Relationship Id="rId7" Type="http://schemas.openxmlformats.org/officeDocument/2006/relationships/customXml" Target="../ink/ink2.xml"/><Relationship Id="rId12" Type="http://schemas.openxmlformats.org/officeDocument/2006/relationships/image" Target="../media/image7.png"/><Relationship Id="rId17" Type="http://schemas.openxmlformats.org/officeDocument/2006/relationships/customXml" Target="../ink/ink7.xml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4.xml"/><Relationship Id="rId5" Type="http://schemas.openxmlformats.org/officeDocument/2006/relationships/image" Target="../media/image3.png"/><Relationship Id="rId15" Type="http://schemas.openxmlformats.org/officeDocument/2006/relationships/customXml" Target="../ink/ink6.xml"/><Relationship Id="rId10" Type="http://schemas.openxmlformats.org/officeDocument/2006/relationships/image" Target="../media/image6.png"/><Relationship Id="rId19" Type="http://schemas.openxmlformats.org/officeDocument/2006/relationships/customXml" Target="../ink/ink8.xml"/><Relationship Id="rId4" Type="http://schemas.openxmlformats.org/officeDocument/2006/relationships/image" Target="../media/image2.png"/><Relationship Id="rId9" Type="http://schemas.openxmlformats.org/officeDocument/2006/relationships/customXml" Target="../ink/ink3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customXml" Target="../ink/ink15.xml"/><Relationship Id="rId3" Type="http://schemas.openxmlformats.org/officeDocument/2006/relationships/image" Target="../media/image16.png"/><Relationship Id="rId7" Type="http://schemas.openxmlformats.org/officeDocument/2006/relationships/customXml" Target="../ink/ink12.xml"/><Relationship Id="rId12" Type="http://schemas.openxmlformats.org/officeDocument/2006/relationships/image" Target="../media/image21.png"/><Relationship Id="rId2" Type="http://schemas.openxmlformats.org/officeDocument/2006/relationships/image" Target="../media/image15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customXml" Target="../ink/ink14.xml"/><Relationship Id="rId5" Type="http://schemas.openxmlformats.org/officeDocument/2006/relationships/customXml" Target="../ink/ink11.xml"/><Relationship Id="rId15" Type="http://schemas.openxmlformats.org/officeDocument/2006/relationships/image" Target="../media/image23.png"/><Relationship Id="rId10" Type="http://schemas.openxmlformats.org/officeDocument/2006/relationships/image" Target="../media/image20.png"/><Relationship Id="rId4" Type="http://schemas.openxmlformats.org/officeDocument/2006/relationships/image" Target="../media/image17.png"/><Relationship Id="rId9" Type="http://schemas.openxmlformats.org/officeDocument/2006/relationships/customXml" Target="../ink/ink13.xml"/><Relationship Id="rId1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customXml" Target="../ink/ink17.xml"/><Relationship Id="rId12" Type="http://schemas.openxmlformats.org/officeDocument/2006/relationships/image" Target="../media/image3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customXml" Target="../ink/ink19.xml"/><Relationship Id="rId5" Type="http://schemas.openxmlformats.org/officeDocument/2006/relationships/customXml" Target="../ink/ink16.xml"/><Relationship Id="rId10" Type="http://schemas.openxmlformats.org/officeDocument/2006/relationships/image" Target="../media/image30.png"/><Relationship Id="rId4" Type="http://schemas.openxmlformats.org/officeDocument/2006/relationships/image" Target="../media/image27.png"/><Relationship Id="rId9" Type="http://schemas.openxmlformats.org/officeDocument/2006/relationships/customXml" Target="../ink/ink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064DC-FB9D-328B-1D96-A35EE33677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NZ" sz="4800" dirty="0" err="1"/>
              <a:t>SpringBoot</a:t>
            </a:r>
            <a:r>
              <a:rPr lang="en-NZ" sz="4800" dirty="0"/>
              <a:t> project with Vue.js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87134A-548D-5FDC-7AAE-888AACFAAD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NZ" dirty="0"/>
              <a:t>Meeting 4</a:t>
            </a:r>
          </a:p>
        </p:txBody>
      </p:sp>
    </p:spTree>
    <p:extLst>
      <p:ext uri="{BB962C8B-B14F-4D97-AF65-F5344CB8AC3E}">
        <p14:creationId xmlns:p14="http://schemas.microsoft.com/office/powerpoint/2010/main" val="3740703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2242E-0EEB-6570-EDBE-D39178A9D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536"/>
            <a:ext cx="10515600" cy="655878"/>
          </a:xfrm>
        </p:spPr>
        <p:txBody>
          <a:bodyPr>
            <a:normAutofit/>
          </a:bodyPr>
          <a:lstStyle/>
          <a:p>
            <a:pPr algn="ctr"/>
            <a:r>
              <a:rPr lang="en-NZ" sz="4000" dirty="0"/>
              <a:t>Environment and tools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F32FF53-8827-866D-6545-4ED4C5A6A7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175" y="796414"/>
            <a:ext cx="3766376" cy="36263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EBEBDD0-6B77-AF11-85C4-0BBE6F1F58F2}"/>
                  </a:ext>
                </a:extLst>
              </p14:cNvPr>
              <p14:cNvContentPartPr/>
              <p14:nvPr/>
            </p14:nvContentPartPr>
            <p14:xfrm>
              <a:off x="632080" y="2826511"/>
              <a:ext cx="1971360" cy="4208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EBEBDD0-6B77-AF11-85C4-0BBE6F1F58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5960" y="2820391"/>
                <a:ext cx="1983600" cy="43308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E6668C4D-9BE2-D873-EFE0-AA0FE765A9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8959" y="796414"/>
            <a:ext cx="7589866" cy="362636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08AFD9C-F48E-730E-C62B-F0D38320809B}"/>
              </a:ext>
            </a:extLst>
          </p:cNvPr>
          <p:cNvSpPr txBox="1"/>
          <p:nvPr/>
        </p:nvSpPr>
        <p:spPr>
          <a:xfrm>
            <a:off x="6096000" y="813899"/>
            <a:ext cx="2772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800" dirty="0">
                <a:solidFill>
                  <a:srgbClr val="FF0000"/>
                </a:solidFill>
              </a:rPr>
              <a:t>GitHub tool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E292E58E-0C4E-2A58-EE2F-81F9EE0932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5" y="4567112"/>
            <a:ext cx="11725650" cy="113045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8CE2B9D3-F33A-34AB-1387-E140BDEB0921}"/>
                  </a:ext>
                </a:extLst>
              </p14:cNvPr>
              <p14:cNvContentPartPr/>
              <p14:nvPr/>
            </p14:nvContentPartPr>
            <p14:xfrm>
              <a:off x="294201" y="5323831"/>
              <a:ext cx="1814760" cy="295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8CE2B9D3-F33A-34AB-1387-E140BDEB092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8081" y="5317711"/>
                <a:ext cx="182700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AC50E1A-B632-3892-B9F6-C47B57CA3AA4}"/>
                  </a:ext>
                </a:extLst>
              </p14:cNvPr>
              <p14:cNvContentPartPr/>
              <p14:nvPr/>
            </p14:nvContentPartPr>
            <p14:xfrm>
              <a:off x="2108601" y="5168671"/>
              <a:ext cx="15480" cy="1555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AC50E1A-B632-3892-B9F6-C47B57CA3AA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02481" y="5162551"/>
                <a:ext cx="2772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4CFDE75-760C-8E64-A005-3CE1DCA33EA4}"/>
                  </a:ext>
                </a:extLst>
              </p14:cNvPr>
              <p14:cNvContentPartPr/>
              <p14:nvPr/>
            </p14:nvContentPartPr>
            <p14:xfrm>
              <a:off x="294201" y="5146711"/>
              <a:ext cx="1829520" cy="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4CFDE75-760C-8E64-A005-3CE1DCA33EA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88081" y="5140591"/>
                <a:ext cx="18417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F8380AD8-5D12-6326-0F99-FB88AB6463A7}"/>
                  </a:ext>
                </a:extLst>
              </p14:cNvPr>
              <p14:cNvContentPartPr/>
              <p14:nvPr/>
            </p14:nvContentPartPr>
            <p14:xfrm>
              <a:off x="249561" y="5146711"/>
              <a:ext cx="22320" cy="2199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F8380AD8-5D12-6326-0F99-FB88AB6463A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43441" y="5140591"/>
                <a:ext cx="3456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1C84BB87-1F0A-33E8-72E1-E74EDCC8B194}"/>
                  </a:ext>
                </a:extLst>
              </p14:cNvPr>
              <p14:cNvContentPartPr/>
              <p14:nvPr/>
            </p14:nvContentPartPr>
            <p14:xfrm>
              <a:off x="279801" y="4999111"/>
              <a:ext cx="1741320" cy="7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1C84BB87-1F0A-33E8-72E1-E74EDCC8B19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73681" y="4986871"/>
                <a:ext cx="17535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00B637F4-7082-A058-4597-C576B212BF93}"/>
                  </a:ext>
                </a:extLst>
              </p14:cNvPr>
              <p14:cNvContentPartPr/>
              <p14:nvPr/>
            </p14:nvContentPartPr>
            <p14:xfrm>
              <a:off x="2035161" y="4823791"/>
              <a:ext cx="360" cy="1465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00B637F4-7082-A058-4597-C576B212BF9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029041" y="4817671"/>
                <a:ext cx="1260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D1EF151-CA22-B097-F353-BB25581F3BFF}"/>
                  </a:ext>
                </a:extLst>
              </p14:cNvPr>
              <p14:cNvContentPartPr/>
              <p14:nvPr/>
            </p14:nvContentPartPr>
            <p14:xfrm>
              <a:off x="250281" y="4778431"/>
              <a:ext cx="1785240" cy="147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D1EF151-CA22-B097-F353-BB25581F3BF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44161" y="4772311"/>
                <a:ext cx="179748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084F1B85-3176-BF22-A3CE-1174A0CFA1EC}"/>
                  </a:ext>
                </a:extLst>
              </p14:cNvPr>
              <p14:cNvContentPartPr/>
              <p14:nvPr/>
            </p14:nvContentPartPr>
            <p14:xfrm>
              <a:off x="250281" y="4778431"/>
              <a:ext cx="18000" cy="2228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084F1B85-3176-BF22-A3CE-1174A0CFA1E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44161" y="4772311"/>
                <a:ext cx="30240" cy="235080"/>
              </a:xfrm>
              <a:prstGeom prst="rect">
                <a:avLst/>
              </a:prstGeom>
            </p:spPr>
          </p:pic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B2F8D031-4316-C437-EF44-94EB862FF1EC}"/>
              </a:ext>
            </a:extLst>
          </p:cNvPr>
          <p:cNvSpPr txBox="1"/>
          <p:nvPr/>
        </p:nvSpPr>
        <p:spPr>
          <a:xfrm>
            <a:off x="233175" y="5742536"/>
            <a:ext cx="9911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Maven Tool Version: 3.9.16</a:t>
            </a:r>
          </a:p>
          <a:p>
            <a:r>
              <a:rPr lang="en-NZ" dirty="0"/>
              <a:t>Java </a:t>
            </a:r>
            <a:r>
              <a:rPr lang="en-US" altLang="zh-CN" dirty="0"/>
              <a:t>Environment Version: 21.0.9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00790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5055-32B4-F57A-43F3-CAB867C1E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3017"/>
          </a:xfrm>
        </p:spPr>
        <p:txBody>
          <a:bodyPr>
            <a:normAutofit/>
          </a:bodyPr>
          <a:lstStyle/>
          <a:p>
            <a:r>
              <a:rPr lang="en-NZ" sz="3200" dirty="0"/>
              <a:t>pom.xml: Maven </a:t>
            </a:r>
            <a:r>
              <a:rPr lang="en-NZ" sz="3200" dirty="0" err="1"/>
              <a:t>项目的核心配置文件</a:t>
            </a:r>
            <a:endParaRPr lang="en-NZ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D0411D-6EB3-DC13-1F8A-15A47820AB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719"/>
          <a:stretch>
            <a:fillRect/>
          </a:stretch>
        </p:blipFill>
        <p:spPr>
          <a:xfrm>
            <a:off x="838200" y="1407322"/>
            <a:ext cx="10515600" cy="494148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C78B95D-5BE3-977D-81D4-FA35DCFA1D53}"/>
                  </a:ext>
                </a:extLst>
              </p14:cNvPr>
              <p14:cNvContentPartPr/>
              <p14:nvPr/>
            </p14:nvContentPartPr>
            <p14:xfrm>
              <a:off x="1972080" y="5860291"/>
              <a:ext cx="1317600" cy="3487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C78B95D-5BE3-977D-81D4-FA35DCFA1D5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65960" y="5854172"/>
                <a:ext cx="1329840" cy="36101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1143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6CF99-F348-7DA0-384F-6A0947F26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146"/>
            <a:ext cx="10515600" cy="667262"/>
          </a:xfrm>
        </p:spPr>
        <p:txBody>
          <a:bodyPr>
            <a:normAutofit/>
          </a:bodyPr>
          <a:lstStyle/>
          <a:p>
            <a:pPr algn="ctr"/>
            <a:r>
              <a:rPr lang="en-NZ" sz="3600" dirty="0"/>
              <a:t>Initialize a </a:t>
            </a:r>
            <a:r>
              <a:rPr lang="en-NZ" sz="3600" dirty="0" err="1"/>
              <a:t>SpringBoot</a:t>
            </a:r>
            <a:r>
              <a:rPr lang="en-NZ" sz="3600" dirty="0"/>
              <a:t> project </a:t>
            </a:r>
            <a:r>
              <a:rPr lang="en-US" altLang="zh-CN" sz="3600" dirty="0"/>
              <a:t>Successfully</a:t>
            </a:r>
            <a:endParaRPr lang="en-NZ" sz="3600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A2BADAF2-7446-94EF-5DF9-6E558000FD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855407"/>
            <a:ext cx="10515599" cy="237160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7FBC05B-6415-2857-A10E-3563C9AD4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5920" y="3210975"/>
            <a:ext cx="5727878" cy="1877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84250F8-6623-1C05-A9D9-5C0F33D3E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7" y="3227010"/>
            <a:ext cx="4787723" cy="187388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74D4C85-F632-A653-7D0A-6127365D6EB4}"/>
                  </a:ext>
                </a:extLst>
              </p14:cNvPr>
              <p14:cNvContentPartPr/>
              <p14:nvPr/>
            </p14:nvContentPartPr>
            <p14:xfrm>
              <a:off x="2253681" y="3564871"/>
              <a:ext cx="1065960" cy="225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74D4C85-F632-A653-7D0A-6127365D6EB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47561" y="3558751"/>
                <a:ext cx="107820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E743A3B-E65B-BB0A-2F78-723CD4C4B64C}"/>
                  </a:ext>
                </a:extLst>
              </p14:cNvPr>
              <p14:cNvContentPartPr/>
              <p14:nvPr/>
            </p14:nvContentPartPr>
            <p14:xfrm>
              <a:off x="2251881" y="4523191"/>
              <a:ext cx="1024560" cy="2577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E743A3B-E65B-BB0A-2F78-723CD4C4B64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45761" y="4517071"/>
                <a:ext cx="103680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622186E-F2AC-2614-BF7F-227A6AF915F7}"/>
                  </a:ext>
                </a:extLst>
              </p14:cNvPr>
              <p14:cNvContentPartPr/>
              <p14:nvPr/>
            </p14:nvContentPartPr>
            <p14:xfrm>
              <a:off x="7358841" y="3716431"/>
              <a:ext cx="1230480" cy="2876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622186E-F2AC-2614-BF7F-227A6AF915F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52721" y="3710311"/>
                <a:ext cx="124272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5583313-0294-D693-7B87-A0B0645B200D}"/>
                  </a:ext>
                </a:extLst>
              </p14:cNvPr>
              <p14:cNvContentPartPr/>
              <p14:nvPr/>
            </p14:nvContentPartPr>
            <p14:xfrm>
              <a:off x="7342281" y="4619671"/>
              <a:ext cx="1351080" cy="2955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5583313-0294-D693-7B87-A0B0645B200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36161" y="4613551"/>
                <a:ext cx="136332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4A6C879-EEBC-1197-1771-30FA3E211265}"/>
                  </a:ext>
                </a:extLst>
              </p14:cNvPr>
              <p14:cNvContentPartPr/>
              <p14:nvPr/>
            </p14:nvContentPartPr>
            <p14:xfrm>
              <a:off x="2820321" y="1900231"/>
              <a:ext cx="1178640" cy="2674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4A6C879-EEBC-1197-1771-30FA3E21126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814201" y="1894111"/>
                <a:ext cx="1190880" cy="279720"/>
              </a:xfrm>
              <a:prstGeom prst="rect">
                <a:avLst/>
              </a:prstGeom>
            </p:spPr>
          </p:pic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CEC26ED3-79CF-944B-CBDA-84A0C905EF84}"/>
              </a:ext>
            </a:extLst>
          </p:cNvPr>
          <p:cNvSpPr txBox="1"/>
          <p:nvPr/>
        </p:nvSpPr>
        <p:spPr>
          <a:xfrm>
            <a:off x="4203134" y="2041528"/>
            <a:ext cx="2315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rgbClr val="FF0000"/>
                </a:solidFill>
              </a:rPr>
              <a:t>4.1.1 version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60D2D420-5F65-B762-ED33-C00C494B3A23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b="27347"/>
          <a:stretch>
            <a:fillRect/>
          </a:stretch>
        </p:blipFill>
        <p:spPr>
          <a:xfrm>
            <a:off x="838197" y="5100893"/>
            <a:ext cx="3792797" cy="105929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B4A7B234-0ADE-1276-8E15-DE439039B45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30994" y="5126257"/>
            <a:ext cx="6722804" cy="1021017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38B70EBF-7904-DF82-1840-2314F8F7E3F6}"/>
              </a:ext>
            </a:extLst>
          </p:cNvPr>
          <p:cNvSpPr txBox="1"/>
          <p:nvPr/>
        </p:nvSpPr>
        <p:spPr>
          <a:xfrm>
            <a:off x="8693361" y="2137223"/>
            <a:ext cx="1637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400" dirty="0">
                <a:solidFill>
                  <a:srgbClr val="FF0000"/>
                </a:solidFill>
              </a:rPr>
              <a:t>pom.xml</a:t>
            </a:r>
          </a:p>
        </p:txBody>
      </p:sp>
    </p:spTree>
    <p:extLst>
      <p:ext uri="{BB962C8B-B14F-4D97-AF65-F5344CB8AC3E}">
        <p14:creationId xmlns:p14="http://schemas.microsoft.com/office/powerpoint/2010/main" val="3499815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EC0D4-79BF-9C01-E6B0-9C7919A25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396"/>
            <a:ext cx="10515600" cy="726256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Vue.js: </a:t>
            </a:r>
            <a:r>
              <a:rPr lang="en-US" sz="4000" dirty="0" err="1"/>
              <a:t>Fro</a:t>
            </a:r>
            <a:r>
              <a:rPr lang="en-NZ" sz="4000" dirty="0" err="1"/>
              <a:t>ntend</a:t>
            </a:r>
            <a:r>
              <a:rPr lang="en-US" sz="4000" dirty="0"/>
              <a:t> of the project</a:t>
            </a:r>
            <a:endParaRPr lang="en-NZ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7531A4-6C4C-34CD-21B1-4EBA373B97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777" y="899652"/>
            <a:ext cx="11550446" cy="17152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1646E4-AC47-E184-652D-87E4EDAF3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777" y="3091422"/>
            <a:ext cx="11550446" cy="35931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F31EAA-1F49-EB82-AD0A-D56FE367E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692" y="3428999"/>
            <a:ext cx="4460081" cy="320971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B57EE14-0B43-CAEE-5717-4F5B2FC4ADD2}"/>
                  </a:ext>
                </a:extLst>
              </p14:cNvPr>
              <p14:cNvContentPartPr/>
              <p14:nvPr/>
            </p14:nvContentPartPr>
            <p14:xfrm>
              <a:off x="6885081" y="4864471"/>
              <a:ext cx="1836360" cy="682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B57EE14-0B43-CAEE-5717-4F5B2FC4ADD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78961" y="4858351"/>
                <a:ext cx="1848600" cy="69444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A8F476FF-584C-4CE5-29A6-33EC7F241970}"/>
              </a:ext>
            </a:extLst>
          </p:cNvPr>
          <p:cNvSpPr txBox="1"/>
          <p:nvPr/>
        </p:nvSpPr>
        <p:spPr>
          <a:xfrm>
            <a:off x="8721441" y="5043948"/>
            <a:ext cx="16024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前后端分离</a:t>
            </a:r>
            <a:endParaRPr lang="en-NZ" sz="2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7BF0CEB-3AD3-62A6-A79A-8AFB88A7B4ED}"/>
                  </a:ext>
                </a:extLst>
              </p14:cNvPr>
              <p14:cNvContentPartPr/>
              <p14:nvPr/>
            </p14:nvContentPartPr>
            <p14:xfrm>
              <a:off x="3642201" y="1869271"/>
              <a:ext cx="296280" cy="2574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7BF0CEB-3AD3-62A6-A79A-8AFB88A7B4E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36081" y="1863151"/>
                <a:ext cx="308520" cy="26964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A52A5D3E-B51C-1117-3492-212E12DFF625}"/>
              </a:ext>
            </a:extLst>
          </p:cNvPr>
          <p:cNvSpPr txBox="1"/>
          <p:nvPr/>
        </p:nvSpPr>
        <p:spPr>
          <a:xfrm>
            <a:off x="8978732" y="1184406"/>
            <a:ext cx="2182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建立前端文件夹</a:t>
            </a:r>
            <a:endParaRPr lang="en-NZ" sz="2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CF385BE-B30E-07E5-FB81-292505E5A6B9}"/>
                  </a:ext>
                </a:extLst>
              </p14:cNvPr>
              <p14:cNvContentPartPr/>
              <p14:nvPr/>
            </p14:nvContentPartPr>
            <p14:xfrm>
              <a:off x="4025601" y="6016831"/>
              <a:ext cx="442800" cy="442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CF385BE-B30E-07E5-FB81-292505E5A6B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19481" y="6010711"/>
                <a:ext cx="45504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4FD6274-DBD6-B40F-C786-A552C9AB09FD}"/>
                  </a:ext>
                </a:extLst>
              </p14:cNvPr>
              <p14:cNvContentPartPr/>
              <p14:nvPr/>
            </p14:nvContentPartPr>
            <p14:xfrm>
              <a:off x="3465441" y="5795431"/>
              <a:ext cx="52992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4FD6274-DBD6-B40F-C786-A552C9AB09F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459321" y="5789311"/>
                <a:ext cx="54216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C8CF617F-59C2-ABF3-956A-EC8FD6DF88BE}"/>
              </a:ext>
            </a:extLst>
          </p:cNvPr>
          <p:cNvSpPr txBox="1"/>
          <p:nvPr/>
        </p:nvSpPr>
        <p:spPr>
          <a:xfrm>
            <a:off x="2094357" y="5043948"/>
            <a:ext cx="43340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前端采用</a:t>
            </a:r>
            <a:r>
              <a:rPr lang="en-NZ" altLang="zh-CN" sz="2000" dirty="0">
                <a:solidFill>
                  <a:srgbClr val="FF0000"/>
                </a:solidFill>
              </a:rPr>
              <a:t>8081</a:t>
            </a:r>
            <a:r>
              <a:rPr lang="zh-CN" altLang="en-US" sz="2000" dirty="0">
                <a:solidFill>
                  <a:srgbClr val="FF0000"/>
                </a:solidFill>
              </a:rPr>
              <a:t>端口，与后端分开</a:t>
            </a:r>
            <a:endParaRPr lang="en-NZ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791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0C305-4654-94BD-EE2E-86C09E527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Database design</a:t>
            </a:r>
            <a:r>
              <a:rPr lang="en-US" dirty="0"/>
              <a:t> (on textbook)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A33C9-3620-346D-326D-2A96AA8A0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099799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7D334-6CBE-BA1C-3DFF-A010E6F0D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Next </a:t>
            </a:r>
            <a:r>
              <a:rPr lang="en-US" altLang="zh-CN" dirty="0"/>
              <a:t>Step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3C692-AB53-195B-C26A-058FEBE85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NZ" dirty="0"/>
              <a:t>Update table design according to discussion. </a:t>
            </a:r>
          </a:p>
          <a:p>
            <a:pPr marL="514350" indent="-514350">
              <a:buAutoNum type="arabicPeriod"/>
            </a:pPr>
            <a:r>
              <a:rPr lang="en-NZ" dirty="0"/>
              <a:t>Create tables in Eclipse (Refer to </a:t>
            </a:r>
            <a:r>
              <a:rPr lang="en-NZ"/>
              <a:t>Capstone Project).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46407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1620</TotalTime>
  <Words>98</Words>
  <Application>Microsoft Office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SpringBoot project with Vue.js</vt:lpstr>
      <vt:lpstr>Environment and tools</vt:lpstr>
      <vt:lpstr>pom.xml: Maven 项目的核心配置文件</vt:lpstr>
      <vt:lpstr>Initialize a SpringBoot project Successfully</vt:lpstr>
      <vt:lpstr>Vue.js: Frontend of the project</vt:lpstr>
      <vt:lpstr>Database design (on textbook)</vt:lpstr>
      <vt:lpstr>Next Step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Haoran Xin</dc:creator>
  <cp:lastModifiedBy>Haoran Xin</cp:lastModifiedBy>
  <cp:revision>57</cp:revision>
  <dcterms:created xsi:type="dcterms:W3CDTF">2026-09-14T09:02:48Z</dcterms:created>
  <dcterms:modified xsi:type="dcterms:W3CDTF">2026-09-18T10:03:13Z</dcterms:modified>
</cp:coreProperties>
</file>