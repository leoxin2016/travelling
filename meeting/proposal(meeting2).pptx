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BE67B-1345-2422-1EF6-794155752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5C625-0334-62D1-EFB0-095F0DD34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65453-A6A8-D62C-60F2-E516BAD6B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29E-73FB-43BF-BD74-32828EBAF8DB}" type="datetimeFigureOut">
              <a:rPr lang="en-NZ" smtClean="0"/>
              <a:t>9/09/2026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3F38A-3BF0-F7EF-8AF4-435517CF4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9F27E-7081-C0C4-60BE-2D7C8E80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48EF-564A-4A9C-B0CE-10A9DDBDB0E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69462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9F975-5E8E-FDD3-5A5D-DA61535EC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CA477-7275-714B-0093-39D63B606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D3CC-3A30-872F-B231-2F512FC1C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29E-73FB-43BF-BD74-32828EBAF8DB}" type="datetimeFigureOut">
              <a:rPr lang="en-NZ" smtClean="0"/>
              <a:t>9/09/2026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BDE6D-354C-21D7-2A15-8824169E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4B66C-7261-A04F-7A02-6D407450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48EF-564A-4A9C-B0CE-10A9DDBDB0E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38713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9431-4B2D-FAD8-D3E4-F781D631F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F26C5-F2E2-CBEB-BA37-0DC5736A1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50BBC-ECCA-7AC7-1964-0B6F48F7A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29E-73FB-43BF-BD74-32828EBAF8DB}" type="datetimeFigureOut">
              <a:rPr lang="en-NZ" smtClean="0"/>
              <a:t>9/09/2026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6E276-E67E-2A84-5FCE-33224A023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29D05-D971-C041-E7EB-3E1946BF6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48EF-564A-4A9C-B0CE-10A9DDBDB0E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40190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8603-09EB-B7E9-90A3-1586C6874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5F780-0E32-A48F-D2F1-D4FCEBF39E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CF204-4A2B-016E-21EC-7C0577F40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07B3A-3F19-DC62-E478-835FE5DD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29E-73FB-43BF-BD74-32828EBAF8DB}" type="datetimeFigureOut">
              <a:rPr lang="en-NZ" smtClean="0"/>
              <a:t>9/09/2026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BD2B5-384C-5836-337F-988568122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7461E-A82D-A080-2BF9-0AD4D53D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48EF-564A-4A9C-B0CE-10A9DDBDB0E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60218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D6A0-9369-D5FE-D050-A1E0E21CF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5EAD4-75C8-3356-0BDB-73AC63C6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4FBB6-FA02-1A26-82BD-D759F3804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4B3794-FF92-BB5A-DE83-03A8D37BD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ADDA2C-A7A5-88FB-07F6-A0345E6CD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D2E1F-242B-AD5D-2255-450EB0CF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29E-73FB-43BF-BD74-32828EBAF8DB}" type="datetimeFigureOut">
              <a:rPr lang="en-NZ" smtClean="0"/>
              <a:t>9/09/2026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DF48E9-2FEA-DAAC-AE09-BD4CC11A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9E29C1-C414-4DAA-BE7E-D29845D69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48EF-564A-4A9C-B0CE-10A9DDBDB0E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53473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9A43E-CE7D-3A61-533E-F153727BC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FBDE8-9936-03F7-FABA-68EB7FE5F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29E-73FB-43BF-BD74-32828EBAF8DB}" type="datetimeFigureOut">
              <a:rPr lang="en-NZ" smtClean="0"/>
              <a:t>9/09/2026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E6522-44D3-795F-706F-0022731AA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C2578-0F8D-10DE-F9AA-A1C60E2DA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48EF-564A-4A9C-B0CE-10A9DDBDB0E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13016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CB60D5-CA86-74AE-4098-641ACC8D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29E-73FB-43BF-BD74-32828EBAF8DB}" type="datetimeFigureOut">
              <a:rPr lang="en-NZ" smtClean="0"/>
              <a:t>9/09/2026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8AD121-A913-05F3-5C95-615F4B77D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45AC2-7ECD-53C8-856D-5D98A40E6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48EF-564A-4A9C-B0CE-10A9DDBDB0E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1855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3B17-CD0A-38EA-99DC-B362075C3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C1360-5DC3-933B-457C-5EDC7D472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7F1DC4-19C8-1DD0-0555-3D7E54D4C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B4AB3-25E7-B1C2-1972-1115CD6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29E-73FB-43BF-BD74-32828EBAF8DB}" type="datetimeFigureOut">
              <a:rPr lang="en-NZ" smtClean="0"/>
              <a:t>9/09/2026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A31B3-0B22-B54D-3D13-BDDFE9364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88D56-918B-67A6-0F96-A76CA3014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48EF-564A-4A9C-B0CE-10A9DDBDB0E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59911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C5981-F0B3-F402-4983-7E36E05C2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12621E-025C-0797-49CE-05D15825E4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EDECE-8FC8-B703-A8CC-4123B9F5C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CF02F-A9AC-590D-3383-C52E0AD5C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29E-73FB-43BF-BD74-32828EBAF8DB}" type="datetimeFigureOut">
              <a:rPr lang="en-NZ" smtClean="0"/>
              <a:t>9/09/2026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FF597-104B-B6B3-048C-CEEEE8D03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2D94A-EBDE-19F2-112B-E65F1DB2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48EF-564A-4A9C-B0CE-10A9DDBDB0E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1713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BF5DD-4E9D-88A9-864B-7872ACBE3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2E9EB-0CFF-F2B7-876A-96E6E6306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90C40-CCC7-B27D-12F3-A5977C5D6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29E-73FB-43BF-BD74-32828EBAF8DB}" type="datetimeFigureOut">
              <a:rPr lang="en-NZ" smtClean="0"/>
              <a:t>9/09/2026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63B6B-034F-655B-C7D9-68037E58C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FDBB4-9E1E-9A19-7142-4043C517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48EF-564A-4A9C-B0CE-10A9DDBDB0E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8228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CB0481-CAD9-CF2B-13CA-58223AF70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D3A06-B972-F88A-2C1C-6F771FC92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9A1E7-423A-E769-CD05-F1F51B94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3629E-73FB-43BF-BD74-32828EBAF8DB}" type="datetimeFigureOut">
              <a:rPr lang="en-NZ" smtClean="0"/>
              <a:t>9/09/2026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DEB04-1697-D144-6DEA-27F7E9333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0F285-DE69-E138-35B3-FAFADCBA0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F48EF-564A-4A9C-B0CE-10A9DDBDB0E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25520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8F93A7-D005-E626-A66A-24E41F299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0A7B-EC24-DF60-507D-050210B5E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3808B-E975-1549-A382-64B1E9FB9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93629E-73FB-43BF-BD74-32828EBAF8DB}" type="datetimeFigureOut">
              <a:rPr lang="en-NZ" smtClean="0"/>
              <a:t>9/09/2026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4099D-216C-5A6D-0B25-B8636795A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4FBBD-4342-A556-F60B-22E030A2D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F48EF-564A-4A9C-B0CE-10A9DDBDB0E7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83391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172BD-F2B1-FDA8-2562-D832A710F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altLang="zh-CN" sz="4400" dirty="0">
                <a:solidFill>
                  <a:schemeClr val="tx2"/>
                </a:solidFill>
              </a:rPr>
              <a:t>My </a:t>
            </a:r>
            <a:r>
              <a:rPr lang="en-US" altLang="zh-CN" sz="4800" dirty="0">
                <a:solidFill>
                  <a:schemeClr val="tx2"/>
                </a:solidFill>
              </a:rPr>
              <a:t>proposal</a:t>
            </a:r>
            <a:endParaRPr lang="en-NZ" sz="44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BA3B7-31CA-9C2F-1D29-209BB6BC7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977" y="3036081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altLang="zh-CN" sz="2800" dirty="0">
                <a:solidFill>
                  <a:schemeClr val="tx2"/>
                </a:solidFill>
              </a:rPr>
              <a:t>Meeting 2</a:t>
            </a:r>
            <a:endParaRPr lang="en-NZ" sz="2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3C89EDDB-1AF5-5945-FEC6-DE099178A6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9948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607B19-A23C-E6EA-F55F-8BC3BD140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4000">
                <a:solidFill>
                  <a:srgbClr val="FFFFFF"/>
                </a:solidFill>
              </a:rPr>
              <a:t>网页设计风格</a:t>
            </a:r>
            <a:endParaRPr lang="en-US" sz="4000">
              <a:solidFill>
                <a:srgbClr val="FFFFFF"/>
              </a:solidFill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BEBA128-AB07-3550-6BD9-07E232462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547" y="1770990"/>
            <a:ext cx="7131229" cy="33160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26517A-E18C-762C-EFB0-1788C1ACE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323" y="1646133"/>
            <a:ext cx="4435130" cy="51421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9C5EB1-3F50-C444-4241-BF3026D58AB8}"/>
              </a:ext>
            </a:extLst>
          </p:cNvPr>
          <p:cNvSpPr txBox="1"/>
          <p:nvPr/>
        </p:nvSpPr>
        <p:spPr>
          <a:xfrm>
            <a:off x="1001659" y="1770990"/>
            <a:ext cx="3125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方案</a:t>
            </a:r>
            <a:r>
              <a:rPr lang="en-NZ" altLang="zh-CN" sz="2400" dirty="0">
                <a:solidFill>
                  <a:srgbClr val="FF0000"/>
                </a:solidFill>
              </a:rPr>
              <a:t>1: block</a:t>
            </a:r>
            <a:endParaRPr lang="en-NZ" sz="24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982CC8-FBFA-4F0A-631B-CA86CC73D539}"/>
              </a:ext>
            </a:extLst>
          </p:cNvPr>
          <p:cNvSpPr txBox="1"/>
          <p:nvPr/>
        </p:nvSpPr>
        <p:spPr>
          <a:xfrm>
            <a:off x="10353944" y="2970728"/>
            <a:ext cx="1503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方案</a:t>
            </a:r>
            <a:r>
              <a:rPr lang="en-NZ" altLang="zh-CN" sz="2400" dirty="0">
                <a:solidFill>
                  <a:srgbClr val="FF0000"/>
                </a:solidFill>
              </a:rPr>
              <a:t>2: list</a:t>
            </a:r>
            <a:endParaRPr lang="en-NZ" sz="240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26649B-50EC-38C3-4E4E-6C47843E830D}"/>
              </a:ext>
            </a:extLst>
          </p:cNvPr>
          <p:cNvSpPr txBox="1"/>
          <p:nvPr/>
        </p:nvSpPr>
        <p:spPr>
          <a:xfrm>
            <a:off x="208547" y="5281553"/>
            <a:ext cx="6516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方案</a:t>
            </a:r>
            <a:r>
              <a:rPr lang="en-NZ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400" dirty="0">
                <a:solidFill>
                  <a:srgbClr val="FF0000"/>
                </a:solidFill>
              </a:rPr>
              <a:t>：图片大</a:t>
            </a:r>
            <a:endParaRPr lang="en-NZ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方案</a:t>
            </a:r>
            <a:r>
              <a:rPr lang="en-NZ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>
                <a:solidFill>
                  <a:srgbClr val="FF0000"/>
                </a:solidFill>
              </a:rPr>
              <a:t>：文字内容具体，图片显示数量多。</a:t>
            </a:r>
            <a:endParaRPr lang="en-NZ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944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2CBEF-EBAA-1FC5-B5AD-EFBCD3219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478"/>
            <a:ext cx="10515600" cy="825910"/>
          </a:xfrm>
        </p:spPr>
        <p:txBody>
          <a:bodyPr/>
          <a:lstStyle/>
          <a:p>
            <a:r>
              <a:rPr lang="en-NZ" dirty="0"/>
              <a:t>Next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D92FE-D8D7-A1E8-6A47-C44C1E480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388"/>
            <a:ext cx="10515600" cy="5144575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NZ" dirty="0"/>
              <a:t>Improve design</a:t>
            </a:r>
          </a:p>
          <a:p>
            <a:pPr marL="514350" indent="-514350">
              <a:buAutoNum type="arabicPeriod"/>
            </a:pPr>
            <a:r>
              <a:rPr lang="en-NZ" dirty="0"/>
              <a:t>Architecture Design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NZ" dirty="0"/>
              <a:t>Presentation of Architecture Design 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NZ" dirty="0"/>
          </a:p>
          <a:p>
            <a:pPr marL="514350" indent="-514350">
              <a:buAutoNum type="arabicPeriod"/>
            </a:pPr>
            <a:endParaRPr lang="en-NZ" dirty="0"/>
          </a:p>
          <a:p>
            <a:pPr marL="514350" indent="-514350">
              <a:buAutoNum type="arabicPeriod"/>
            </a:pPr>
            <a:endParaRPr lang="en-NZ" dirty="0"/>
          </a:p>
          <a:p>
            <a:pPr marL="514350" indent="-514350">
              <a:buAutoNum type="arabicPeriod"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360066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56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My proposal</vt:lpstr>
      <vt:lpstr>网页设计风格</vt:lpstr>
      <vt:lpstr>Next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Haoran Xin</dc:creator>
  <cp:lastModifiedBy>Haoran Xin</cp:lastModifiedBy>
  <cp:revision>11</cp:revision>
  <dcterms:created xsi:type="dcterms:W3CDTF">2026-09-07T23:29:48Z</dcterms:created>
  <dcterms:modified xsi:type="dcterms:W3CDTF">2026-09-09T00:06:15Z</dcterms:modified>
</cp:coreProperties>
</file>