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2020-1AD1-014C-FD78-AD89E0A0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939F-5595-0CD1-75FA-8F7E50DB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326-5E19-9A38-0745-7D9BD203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710-33D9-E4F9-3A84-D6514D0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4FA8-FBD1-6FC1-3EB7-F5E065F0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0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442A-E3E9-782F-5842-9F9D2607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7FAA-7BA4-58C0-7F2D-0438D84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DE2F-F942-4876-B95E-5D9B927B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21A0-AD1D-0CB5-11DA-4349A568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222B-77C6-A549-19DA-1131B72A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83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6145-2232-1C25-6EBC-C431812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A331-C0A2-BBB9-9940-2ABBD843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6897-B94B-6667-17A8-331CF5A6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C1CD-AB88-D02C-C010-6CF15475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FA04-8362-DA36-CC24-74A906F2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043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3898-3F58-7BE2-C92B-AA28A894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BE48-C4BA-728E-F0E3-B4F4AAB9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0FE40-5E66-CE65-FB43-F919EA0FF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C207-F5CF-073D-7EB7-A9AF0959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C143-3FD3-1D1F-F811-CF3DF40B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F26AA-7369-159B-125D-72F5C880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278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77A8-25CB-0177-CEC1-9C709C8A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BE6D-B523-62A1-3560-BE877963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F456-4A9D-CAD1-58FF-D8E3E210F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FE670-A7CE-DD34-680C-5CAB7EA62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54463-4E71-5FA0-BBF4-40E2A05C4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A7E74-8927-296B-341D-9E93AEC9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4E09-22A8-4341-86F2-E96FF05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F44FE-A1FD-3DC3-8D77-6EDCAB18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6696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A732-BFE8-D81A-A457-460BF120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179A4-0AC3-B42F-51AC-85ACC73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F89B-E0BB-451A-D0C9-73DD1B8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C0D78-6698-340B-496B-24EA9D3A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07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1F2A1-26BF-D921-F214-A393337D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04A70-2D6B-E8B4-0F5E-45147106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5BDC-49A5-A127-1055-3415CF89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20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3904-5B5D-4CCD-6C47-12043FE7B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779A-1B9D-5211-3B2A-FC8B9483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9FDB-3404-4E0B-FC5B-87E586D4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A0D9-C620-38CF-28AC-32C9BD5B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BA1EC-CEBC-0B0E-48E6-5AFE098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149C-EA32-8AB2-608C-E269F1D3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312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3AD-69C4-3F66-0DD9-5E6FA99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3D4AE-46DA-A823-D66D-FDE26F074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96435-B9C5-96B1-336F-3E187917A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144DB-7E9A-8560-A858-7C71D1C1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B20D-68EB-F86B-BFCF-1F96EB2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D30C-4708-01F1-15DB-94FA03E3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315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3C2F-54DB-7ABB-53C1-3B807117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C78F0-BA94-8E58-5E62-9C87075DF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B259-4419-C394-914F-D23F70A1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E56D0-4A95-FB85-21DA-0E46CA69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D9E9-C7D5-C1BB-8D6B-46EFA05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04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317AA-5EF6-1420-BC45-0A5688962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1F815-6724-B4C3-512F-7DFEEF24F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9C85-E206-D3DD-6A70-3E140E0C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DFFC-7711-C92D-D127-E08CB715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DE44-D755-A0F4-3EA5-0C243F12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0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4547D-F89F-0AC1-42FA-103ADB64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CB319-A07A-65FD-6B9F-13389558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E5E5-A005-2DAB-1F5C-E99C810E2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3E3B-54C2-46DF-8B35-E2BEAB92AF6B}" type="datetimeFigureOut">
              <a:rPr lang="en-NZ" smtClean="0"/>
              <a:t>22/09/2026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CD93-D4E9-E3A7-4A9F-1E6287B18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AC34-437E-AA26-935E-98767943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546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A6BF-E37F-9CD1-E8A5-F4ACDC9E61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Meeting 5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01BDB-2594-AD13-C149-CB11B4124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758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A85C-CFD7-2CB1-FBE8-839F2410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Next step: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CF9A-1270-91EC-6B90-9044FBBF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Z" dirty="0"/>
              <a:t>Use </a:t>
            </a:r>
            <a:r>
              <a:rPr lang="en-NZ" dirty="0" err="1"/>
              <a:t>desc</a:t>
            </a:r>
            <a:r>
              <a:rPr lang="en-NZ" dirty="0"/>
              <a:t> </a:t>
            </a:r>
            <a:r>
              <a:rPr lang="en-NZ" dirty="0" err="1"/>
              <a:t>tablename</a:t>
            </a:r>
            <a:r>
              <a:rPr lang="en-NZ" dirty="0"/>
              <a:t> to find out</a:t>
            </a:r>
            <a:r>
              <a:rPr lang="zh-CN" altLang="en-US" dirty="0"/>
              <a:t> </a:t>
            </a:r>
            <a:r>
              <a:rPr lang="en-NZ" altLang="zh-CN" dirty="0"/>
              <a:t>the required field. If Null is ‘yes’, modify to ‘no’.</a:t>
            </a:r>
          </a:p>
          <a:p>
            <a:pPr marL="514350" indent="-514350">
              <a:buFont typeface="+mj-lt"/>
              <a:buAutoNum type="arabicPeriod"/>
            </a:pPr>
            <a:r>
              <a:rPr lang="en-NZ" altLang="zh-CN" dirty="0"/>
              <a:t>Write SearchVideoController.java and VideoCategoryRepository.java to implement search by video </a:t>
            </a:r>
            <a:r>
              <a:rPr lang="en-NZ" altLang="zh-CN"/>
              <a:t>id. Output </a:t>
            </a:r>
            <a:r>
              <a:rPr lang="en-NZ" altLang="zh-CN" dirty="0"/>
              <a:t>is video information.</a:t>
            </a:r>
          </a:p>
          <a:p>
            <a:pPr marL="514350" indent="-514350">
              <a:buFont typeface="+mj-lt"/>
              <a:buAutoNum type="arabicPeriod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852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46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Meeting 5</vt:lpstr>
      <vt:lpstr>Next step: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5</cp:revision>
  <dcterms:created xsi:type="dcterms:W3CDTF">2026-09-21T21:22:15Z</dcterms:created>
  <dcterms:modified xsi:type="dcterms:W3CDTF">2026-09-22T10:51:32Z</dcterms:modified>
</cp:coreProperties>
</file>