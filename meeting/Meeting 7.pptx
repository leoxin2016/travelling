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A2020-1AD1-014C-FD78-AD89E0A06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2939F-5595-0CD1-75FA-8F7E50DB15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326-5E19-9A38-0745-7D9BD203C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3/10/2026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BA710-33D9-E4F9-3A84-D6514D09E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64FA8-FBD1-6FC1-3EB7-F5E065F0B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9028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5442A-E3E9-782F-5842-9F9D26074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37FAA-7BA4-58C0-7F2D-0438D844F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9DE2F-F942-4876-B95E-5D9B927BA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3/10/2026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921A0-AD1D-0CB5-11DA-4349A5687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E222B-77C6-A549-19DA-1131B72AA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848377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C6145-2232-1C25-6EBC-C43181275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BA331-C0A2-BBB9-9940-2ABBD8439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36897-B94B-6667-17A8-331CF5A63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3/10/2026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1C1CD-AB88-D02C-C010-6CF154750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DFA04-8362-DA36-CC24-74A906F24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70439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43898-3F58-7BE2-C92B-AA28A894C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ABE48-C4BA-728E-F0E3-B4F4AAB9C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20FE40-5E66-CE65-FB43-F919EA0FF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AC207-F5CF-073D-7EB7-A9AF0959E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3/10/2026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4C143-3FD3-1D1F-F811-CF3DF40BB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EF26AA-7369-159B-125D-72F5C880C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27878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777A8-25CB-0177-CEC1-9C709C8A3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DBE6D-B523-62A1-3560-BE8779639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2F456-4A9D-CAD1-58FF-D8E3E210F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CFE670-A7CE-DD34-680C-5CAB7EA62C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254463-4E71-5FA0-BBF4-40E2A05C43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0A7E74-8927-296B-341D-9E93AEC97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3/10/2026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454E09-22A8-4341-86F2-E96FF0508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8F44FE-A1FD-3DC3-8D77-6EDCAB182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66967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A732-BFE8-D81A-A457-460BF120D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E179A4-0AC3-B42F-51AC-85ACC7324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3/10/2026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9EF89B-E0BB-451A-D0C9-73DD1B84B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C0D78-6698-340B-496B-24EA9D3A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0079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A1F2A1-26BF-D921-F214-A393337DF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3/10/2026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A04A70-2D6B-E8B4-0F5E-45147106E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45BDC-49A5-A127-1055-3415CF89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32086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F3904-5B5D-4CCD-6C47-12043FE7B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1779A-1B9D-5211-3B2A-FC8B9483B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E9FDB-3404-4E0B-FC5B-87E586D4C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6A0D9-C620-38CF-28AC-32C9BD5B2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3/10/2026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BA1EC-CEBC-0B0E-48E6-5AFE0980C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E149C-EA32-8AB2-608C-E269F1D35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83122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BF3AD-69C4-3F66-0DD9-5E6FA99BF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73D4AE-46DA-A823-D66D-FDE26F074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96435-B9C5-96B1-336F-3E187917A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6144DB-7E9A-8560-A858-7C71D1C14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3/10/2026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9B20D-68EB-F86B-BFCF-1F96EB23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BD30C-4708-01F1-15DB-94FA03E3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93157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F3C2F-54DB-7ABB-53C1-3B807117A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6C78F0-BA94-8E58-5E62-9C87075DF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2B259-4419-C394-914F-D23F70A1F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3/10/2026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E56D0-4A95-FB85-21DA-0E46CA69F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0D9E9-C7D5-C1BB-8D6B-46EFA050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0049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1317AA-5EF6-1420-BC45-0A5688962D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81F815-6724-B4C3-512F-7DFEEF24F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B9C85-E206-D3DD-6A70-3E140E0C6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3/10/2026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3DFFC-7711-C92D-D127-E08CB715B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DDE44-D755-A0F4-3EA5-0C243F127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57058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34547D-F89F-0AC1-42FA-103ADB64F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CB319-A07A-65FD-6B9F-13389558D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8E5E5-A005-2DAB-1F5C-E99C810E23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43E3B-54C2-46DF-8B35-E2BEAB92AF6B}" type="datetimeFigureOut">
              <a:rPr lang="en-NZ" smtClean="0"/>
              <a:t>3/10/2026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0CD93-D4E9-E3A7-4A9F-1E6287B18C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3AC34-437E-AA26-935E-98767943D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65467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F5A6BF-E37F-9CD1-E8A5-F4ACDC9E6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6501" y="2774465"/>
            <a:ext cx="4805996" cy="1297115"/>
          </a:xfrm>
        </p:spPr>
        <p:txBody>
          <a:bodyPr>
            <a:normAutofit/>
          </a:bodyPr>
          <a:lstStyle/>
          <a:p>
            <a:pPr algn="l"/>
            <a:r>
              <a:rPr lang="en-US" altLang="zh-CN" sz="4800" dirty="0">
                <a:solidFill>
                  <a:schemeClr val="tx2"/>
                </a:solidFill>
              </a:rPr>
              <a:t>Meeting 7</a:t>
            </a:r>
            <a:endParaRPr lang="en-NZ" sz="4800" dirty="0">
              <a:solidFill>
                <a:schemeClr val="tx2"/>
              </a:solidFill>
            </a:endParaRPr>
          </a:p>
        </p:txBody>
      </p:sp>
      <p:pic>
        <p:nvPicPr>
          <p:cNvPr id="7" name="Graphic 6" descr="Meeting">
            <a:extLst>
              <a:ext uri="{FF2B5EF4-FFF2-40B4-BE49-F238E27FC236}">
                <a16:creationId xmlns:a16="http://schemas.microsoft.com/office/drawing/2014/main" id="{B37E5EAD-F247-B5A6-D484-A09C3672E6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75882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A85C-CFD7-2CB1-FBE8-839F2410A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Next step: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0CF9A-1270-91EC-6B90-9044FBBF7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Shanghai, Beijing should be added in level 2 of region table.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Create drop-down list </a:t>
            </a:r>
            <a:r>
              <a:rPr lang="en-US"/>
              <a:t>and search.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Show the results. </a:t>
            </a:r>
          </a:p>
          <a:p>
            <a:pPr marL="514350" indent="-514350">
              <a:buFont typeface="+mj-lt"/>
              <a:buAutoNum type="arabicPeriod"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585278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</TotalTime>
  <Words>28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Meeting 7</vt:lpstr>
      <vt:lpstr>Next step: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Haoran Xin</dc:creator>
  <cp:lastModifiedBy>Haoran Xin</cp:lastModifiedBy>
  <cp:revision>16</cp:revision>
  <dcterms:created xsi:type="dcterms:W3CDTF">2026-09-21T21:22:15Z</dcterms:created>
  <dcterms:modified xsi:type="dcterms:W3CDTF">2026-10-02T21:11:30Z</dcterms:modified>
</cp:coreProperties>
</file>