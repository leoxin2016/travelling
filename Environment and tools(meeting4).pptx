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9578-5ACF-BDBE-0738-1DA84BBA8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B55DC-1C39-A47B-25CE-661A3F7E8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EF0E2-1DD2-6577-EFB9-92B163C5C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E6CD0-E4EC-06EC-1388-73B422C7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44440-F028-3BE4-F9E4-85C901F8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29430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A9171-D1A8-795C-6B63-E74437BAD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99792-C21B-783B-12C9-836874104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6F575-435C-E0EE-3392-96E80CB6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4BED0-8764-FE13-FEDE-DB9B3250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784D9-A94A-E784-C147-D31E9CC40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0860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FD4B-4BC1-9DF6-EAFB-2486547A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E1CC1-2A41-E26E-26EF-5DC1AA067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E4265-C232-3479-5E98-E88323F34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21460-7DCD-4D43-BFB6-D606F1102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446EB-90F2-6D29-2458-B0EC12A7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52703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D63A-AB02-2565-950C-304F7CB1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D6AFB-8F72-87B7-54E6-8A026139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B6ED6-BF90-FC81-8ACB-B177B938A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0C4D-B3A4-9771-48A4-BEC8A0FB5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4F6E7-DADA-457C-59F1-43247445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F4EF5-64C2-2C5B-D471-7C7AAA5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73010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CBB1-D321-DD77-E6CB-AAC8CB810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00E3E-18B0-3F3A-0E51-03CDB6E60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27211-2383-A5AE-94F7-5BBFC7467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8C9605-9705-1FAC-8D40-0AC9EAB22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2C7904-B243-EFF5-5FF6-B018A9DE4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81E1B8-530A-5DDE-D407-8489725C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E98D1F-C72F-4CE4-59C9-4243C79A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0D6000-D108-F7EF-C163-4BE21EBD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45882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33A9-58CE-2E98-960A-C6CF80E9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43C4-EB35-137F-4F27-7F2A5127A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D1B52-C2B0-83F7-071F-B27BA300D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C2D59-F568-45CD-C745-09DF8E96B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9479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FC24F-444E-B9A9-62F3-49D661DE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F3735-84C8-D73A-7EA0-5BCB17607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72EBB-265B-44E2-FF93-E5470BC79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50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9080B-5E02-7348-FE95-08400718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C706B-23E0-A424-3B24-8B3ECE038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40FDE-2DEF-9E2B-054C-03C252772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69F92-1DB2-449B-F119-3B6E95B9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0F227-6530-B62F-965F-C8EDB620F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0F3EA-5AE4-52AA-C81C-2011C958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64242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255D-7A23-56DD-181B-DFA63B4F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4BA79F-6E36-88C3-1072-635D309F0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57117-D492-1181-AF65-3F8D73CE8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1964C-C335-EACD-F50A-78FEF65E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FB946-B247-B627-07ED-F2DA8CAA0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F177A-34AE-9D64-4141-826268A0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00782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6377F-468A-E37F-4121-EF58E7F6F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C65F2-94BB-9D68-140C-5EB4454D0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592BF-038C-5532-BB99-89BC8E3AF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0750C-AB5D-8C0A-9F55-5E30B08C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E27C2-183D-4FAB-2EDD-F754E43A5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56756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0296-C1E7-D10C-F919-D17213E3C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2BC4D-D8D3-92D1-9CEC-E19376C00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1D472-332D-AFE9-2066-17849740B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1AF25-BD04-8399-DA20-1D22B36BF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0B0FF-3142-741E-CB55-1FCFF73F8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2111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917C3-28EF-155F-B62B-6AA13412F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489A6-18B5-A1C6-B830-DC9213CFD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D95F7-A493-8312-B911-C86440970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4AD32-8113-4A22-A841-1F9A67BEA3E5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267BE-C799-ACE1-2F5E-AA91EBED6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7F4DC-53ED-012E-6228-18CC6EAD0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7723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64DC-FB9D-328B-1D96-A35EE33677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7134A-548D-5FDC-7AAE-888AACFAA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40703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Haoran Xin</dc:creator>
  <cp:lastModifiedBy>Haoran Xin</cp:lastModifiedBy>
  <cp:revision>1</cp:revision>
  <dcterms:created xsi:type="dcterms:W3CDTF">2026-09-14T09:02:48Z</dcterms:created>
  <dcterms:modified xsi:type="dcterms:W3CDTF">2026-09-14T09:02:57Z</dcterms:modified>
</cp:coreProperties>
</file>